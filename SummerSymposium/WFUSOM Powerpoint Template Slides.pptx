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4"/>
  </p:sldMasterIdLst>
  <p:notesMasterIdLst>
    <p:notesMasterId r:id="rId18"/>
  </p:notesMasterIdLst>
  <p:sldIdLst>
    <p:sldId id="304" r:id="rId5"/>
    <p:sldId id="317" r:id="rId6"/>
    <p:sldId id="318" r:id="rId7"/>
    <p:sldId id="309" r:id="rId8"/>
    <p:sldId id="314" r:id="rId9"/>
    <p:sldId id="319" r:id="rId10"/>
    <p:sldId id="315" r:id="rId11"/>
    <p:sldId id="312" r:id="rId12"/>
    <p:sldId id="320" r:id="rId13"/>
    <p:sldId id="311" r:id="rId14"/>
    <p:sldId id="310" r:id="rId15"/>
    <p:sldId id="321" r:id="rId16"/>
    <p:sldId id="31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C95"/>
    <a:srgbClr val="9E7E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E90B97-8336-F4D7-04F2-A05761560D10}" v="19" dt="2022-07-11T17:51:37.9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89"/>
    <p:restoredTop sz="96327"/>
  </p:normalViewPr>
  <p:slideViewPr>
    <p:cSldViewPr snapToGrid="0" snapToObjects="1">
      <p:cViewPr varScale="1">
        <p:scale>
          <a:sx n="60" d="100"/>
          <a:sy n="60" d="100"/>
        </p:scale>
        <p:origin x="1156" y="4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163" d="100"/>
          <a:sy n="163" d="100"/>
        </p:scale>
        <p:origin x="440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ya Mohan Bhandari" userId="S::lmohan@wakehealth.edu::61d1ea7d-e4bd-4d25-8e04-29af8471b534" providerId="AD" clId="Web-{E1E90B97-8336-F4D7-04F2-A05761560D10}"/>
    <pc:docChg chg="modSld">
      <pc:chgData name="Laya Mohan Bhandari" userId="S::lmohan@wakehealth.edu::61d1ea7d-e4bd-4d25-8e04-29af8471b534" providerId="AD" clId="Web-{E1E90B97-8336-F4D7-04F2-A05761560D10}" dt="2022-07-11T17:51:37.907" v="17" actId="20577"/>
      <pc:docMkLst>
        <pc:docMk/>
      </pc:docMkLst>
      <pc:sldChg chg="modSp">
        <pc:chgData name="Laya Mohan Bhandari" userId="S::lmohan@wakehealth.edu::61d1ea7d-e4bd-4d25-8e04-29af8471b534" providerId="AD" clId="Web-{E1E90B97-8336-F4D7-04F2-A05761560D10}" dt="2022-07-11T17:51:37.907" v="17" actId="20577"/>
        <pc:sldMkLst>
          <pc:docMk/>
          <pc:sldMk cId="4201210198" sldId="304"/>
        </pc:sldMkLst>
        <pc:spChg chg="mod">
          <ac:chgData name="Laya Mohan Bhandari" userId="S::lmohan@wakehealth.edu::61d1ea7d-e4bd-4d25-8e04-29af8471b534" providerId="AD" clId="Web-{E1E90B97-8336-F4D7-04F2-A05761560D10}" dt="2022-07-11T17:51:37.907" v="17" actId="20577"/>
          <ac:spMkLst>
            <pc:docMk/>
            <pc:sldMk cId="4201210198" sldId="304"/>
            <ac:spMk id="2" creationId="{84C0F2B7-A4EE-5847-8B25-B6EBCA52BE5D}"/>
          </ac:spMkLst>
        </pc:spChg>
        <pc:spChg chg="mod">
          <ac:chgData name="Laya Mohan Bhandari" userId="S::lmohan@wakehealth.edu::61d1ea7d-e4bd-4d25-8e04-29af8471b534" providerId="AD" clId="Web-{E1E90B97-8336-F4D7-04F2-A05761560D10}" dt="2022-07-11T17:51:34.547" v="16" actId="20577"/>
          <ac:spMkLst>
            <pc:docMk/>
            <pc:sldMk cId="4201210198" sldId="304"/>
            <ac:spMk id="3" creationId="{4ACA42BD-2ECF-664D-8C98-22A8B6A1E4A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60490A-3102-154E-A51E-E3C5CFA752E5}" type="doc">
      <dgm:prSet loTypeId="urn:microsoft.com/office/officeart/2005/8/layout/radial6" loCatId="" qsTypeId="urn:microsoft.com/office/officeart/2005/8/quickstyle/simple1" qsCatId="simple" csTypeId="urn:microsoft.com/office/officeart/2005/8/colors/accent1_2" csCatId="accent1" phldr="1"/>
      <dgm:spPr/>
      <dgm:t>
        <a:bodyPr/>
        <a:lstStyle/>
        <a:p>
          <a:endParaRPr lang="en-US"/>
        </a:p>
      </dgm:t>
    </dgm:pt>
    <dgm:pt modelId="{218D1D33-1337-7247-A001-AF63E4FF430A}">
      <dgm:prSet phldrT="[Text]" custT="1"/>
      <dgm:spPr>
        <a:solidFill>
          <a:srgbClr val="9E7E38"/>
        </a:solidFill>
      </dgm:spPr>
      <dgm:t>
        <a:bodyPr/>
        <a:lstStyle/>
        <a:p>
          <a:r>
            <a:rPr lang="en-US" sz="2000" b="1" dirty="0">
              <a:solidFill>
                <a:schemeClr val="bg1"/>
              </a:solidFill>
              <a:latin typeface="Arial" panose="020B0604020202020204" pitchFamily="34" charset="0"/>
              <a:cs typeface="Arial" panose="020B0604020202020204" pitchFamily="34" charset="0"/>
            </a:rPr>
            <a:t>MAIN 1</a:t>
          </a:r>
        </a:p>
      </dgm:t>
    </dgm:pt>
    <dgm:pt modelId="{ACFC852D-C54E-9E4A-A39C-03798911D6AD}" type="parTrans" cxnId="{9407225C-706B-034C-A0EF-7428F1A7923F}">
      <dgm:prSet/>
      <dgm:spPr/>
      <dgm:t>
        <a:bodyPr/>
        <a:lstStyle/>
        <a:p>
          <a:endParaRPr lang="en-US">
            <a:latin typeface="Arial" panose="020B0604020202020204" pitchFamily="34" charset="0"/>
            <a:cs typeface="Arial" panose="020B0604020202020204" pitchFamily="34" charset="0"/>
          </a:endParaRPr>
        </a:p>
      </dgm:t>
    </dgm:pt>
    <dgm:pt modelId="{2EC64434-A4E9-CF46-B568-DA908934BFE6}" type="sibTrans" cxnId="{9407225C-706B-034C-A0EF-7428F1A7923F}">
      <dgm:prSet/>
      <dgm:spPr/>
      <dgm:t>
        <a:bodyPr/>
        <a:lstStyle/>
        <a:p>
          <a:endParaRPr lang="en-US">
            <a:latin typeface="Arial" panose="020B0604020202020204" pitchFamily="34" charset="0"/>
            <a:cs typeface="Arial" panose="020B0604020202020204" pitchFamily="34" charset="0"/>
          </a:endParaRPr>
        </a:p>
      </dgm:t>
    </dgm:pt>
    <dgm:pt modelId="{DE352C5F-9EC8-1A46-81E1-BA34A6B1526D}">
      <dgm:prSet phldrT="[Text]" custT="1"/>
      <dgm:spPr>
        <a:solidFill>
          <a:srgbClr val="9E7E38"/>
        </a:solidFill>
      </dgm:spPr>
      <dgm:t>
        <a:bodyPr/>
        <a:lstStyle/>
        <a:p>
          <a:r>
            <a:rPr lang="en-US" sz="1200" dirty="0">
              <a:latin typeface="Arial" panose="020B0604020202020204" pitchFamily="34" charset="0"/>
              <a:cs typeface="Arial" panose="020B0604020202020204" pitchFamily="34" charset="0"/>
            </a:rPr>
            <a:t>Header 1</a:t>
          </a:r>
        </a:p>
      </dgm:t>
    </dgm:pt>
    <dgm:pt modelId="{D838D633-F243-9041-A0BA-925A6C82718A}" type="parTrans" cxnId="{0FD79F14-E2A3-6445-A16C-FB590BAC738E}">
      <dgm:prSet/>
      <dgm:spPr/>
      <dgm:t>
        <a:bodyPr/>
        <a:lstStyle/>
        <a:p>
          <a:endParaRPr lang="en-US">
            <a:latin typeface="Arial" panose="020B0604020202020204" pitchFamily="34" charset="0"/>
            <a:cs typeface="Arial" panose="020B0604020202020204" pitchFamily="34" charset="0"/>
          </a:endParaRPr>
        </a:p>
      </dgm:t>
    </dgm:pt>
    <dgm:pt modelId="{055A34DE-03C6-7F4D-A895-D4146E5329D6}" type="sibTrans" cxnId="{0FD79F14-E2A3-6445-A16C-FB590BAC738E}">
      <dgm:prSet/>
      <dgm:spPr>
        <a:solidFill>
          <a:srgbClr val="000000">
            <a:alpha val="35000"/>
          </a:srgbClr>
        </a:solidFill>
      </dgm:spPr>
      <dgm:t>
        <a:bodyPr/>
        <a:lstStyle/>
        <a:p>
          <a:endParaRPr lang="en-US">
            <a:latin typeface="Arial" panose="020B0604020202020204" pitchFamily="34" charset="0"/>
            <a:cs typeface="Arial" panose="020B0604020202020204" pitchFamily="34" charset="0"/>
          </a:endParaRPr>
        </a:p>
      </dgm:t>
    </dgm:pt>
    <dgm:pt modelId="{07DDAC8C-6F67-B54D-9738-4CA6DEE5EDCF}">
      <dgm:prSet phldrT="[Text]" custT="1"/>
      <dgm:spPr>
        <a:solidFill>
          <a:srgbClr val="9E7E38"/>
        </a:solidFill>
      </dgm:spPr>
      <dgm:t>
        <a:bodyPr/>
        <a:lstStyle/>
        <a:p>
          <a:r>
            <a:rPr lang="en-US" sz="1200" dirty="0">
              <a:latin typeface="Arial" panose="020B0604020202020204" pitchFamily="34" charset="0"/>
              <a:cs typeface="Arial" panose="020B0604020202020204" pitchFamily="34" charset="0"/>
            </a:rPr>
            <a:t>Header 4</a:t>
          </a:r>
        </a:p>
      </dgm:t>
    </dgm:pt>
    <dgm:pt modelId="{80D7EE83-0624-5342-85F2-034828830476}" type="parTrans" cxnId="{22F73BD2-833D-D349-886B-53C8844D6C87}">
      <dgm:prSet/>
      <dgm:spPr/>
      <dgm:t>
        <a:bodyPr/>
        <a:lstStyle/>
        <a:p>
          <a:endParaRPr lang="en-US">
            <a:latin typeface="Arial" panose="020B0604020202020204" pitchFamily="34" charset="0"/>
            <a:cs typeface="Arial" panose="020B0604020202020204" pitchFamily="34" charset="0"/>
          </a:endParaRPr>
        </a:p>
      </dgm:t>
    </dgm:pt>
    <dgm:pt modelId="{FEFB728C-CAFC-2047-BE3E-734D8D8F1226}" type="sibTrans" cxnId="{22F73BD2-833D-D349-886B-53C8844D6C87}">
      <dgm:prSet/>
      <dgm:spPr>
        <a:solidFill>
          <a:srgbClr val="000000">
            <a:alpha val="35000"/>
          </a:srgbClr>
        </a:solidFill>
      </dgm:spPr>
      <dgm:t>
        <a:bodyPr/>
        <a:lstStyle/>
        <a:p>
          <a:endParaRPr lang="en-US">
            <a:latin typeface="Arial" panose="020B0604020202020204" pitchFamily="34" charset="0"/>
            <a:cs typeface="Arial" panose="020B0604020202020204" pitchFamily="34" charset="0"/>
          </a:endParaRPr>
        </a:p>
      </dgm:t>
    </dgm:pt>
    <dgm:pt modelId="{72084325-B181-0041-B744-F987F3A65123}">
      <dgm:prSet phldrT="[Text]" custT="1"/>
      <dgm:spPr>
        <a:solidFill>
          <a:srgbClr val="9E7E38"/>
        </a:solidFill>
      </dgm:spPr>
      <dgm:t>
        <a:bodyPr/>
        <a:lstStyle/>
        <a:p>
          <a:r>
            <a:rPr lang="en-US" sz="1200" dirty="0">
              <a:latin typeface="Arial" panose="020B0604020202020204" pitchFamily="34" charset="0"/>
              <a:cs typeface="Arial" panose="020B0604020202020204" pitchFamily="34" charset="0"/>
            </a:rPr>
            <a:t>Header 3</a:t>
          </a:r>
        </a:p>
      </dgm:t>
    </dgm:pt>
    <dgm:pt modelId="{B80090F6-B330-4045-A0F7-820DEF96D18B}" type="parTrans" cxnId="{B30918B7-5E25-1B40-AC05-E97C75C5A6B6}">
      <dgm:prSet/>
      <dgm:spPr/>
      <dgm:t>
        <a:bodyPr/>
        <a:lstStyle/>
        <a:p>
          <a:endParaRPr lang="en-US">
            <a:latin typeface="Arial" panose="020B0604020202020204" pitchFamily="34" charset="0"/>
            <a:cs typeface="Arial" panose="020B0604020202020204" pitchFamily="34" charset="0"/>
          </a:endParaRPr>
        </a:p>
      </dgm:t>
    </dgm:pt>
    <dgm:pt modelId="{B16CED85-D22C-3546-B102-FA528950335A}" type="sibTrans" cxnId="{B30918B7-5E25-1B40-AC05-E97C75C5A6B6}">
      <dgm:prSet/>
      <dgm:spPr>
        <a:solidFill>
          <a:srgbClr val="000000">
            <a:alpha val="35000"/>
          </a:srgbClr>
        </a:solidFill>
      </dgm:spPr>
      <dgm:t>
        <a:bodyPr/>
        <a:lstStyle/>
        <a:p>
          <a:endParaRPr lang="en-US">
            <a:latin typeface="Arial" panose="020B0604020202020204" pitchFamily="34" charset="0"/>
            <a:cs typeface="Arial" panose="020B0604020202020204" pitchFamily="34" charset="0"/>
          </a:endParaRPr>
        </a:p>
      </dgm:t>
    </dgm:pt>
    <dgm:pt modelId="{B551E8BA-CFF2-7F40-ACA7-3D311635BDE9}">
      <dgm:prSet phldrT="[Text]" custT="1"/>
      <dgm:spPr>
        <a:solidFill>
          <a:srgbClr val="9E7E38"/>
        </a:solidFill>
      </dgm:spPr>
      <dgm:t>
        <a:bodyPr/>
        <a:lstStyle/>
        <a:p>
          <a:r>
            <a:rPr lang="en-US" sz="1200" dirty="0">
              <a:latin typeface="Arial" panose="020B0604020202020204" pitchFamily="34" charset="0"/>
              <a:cs typeface="Arial" panose="020B0604020202020204" pitchFamily="34" charset="0"/>
            </a:rPr>
            <a:t>Header 2</a:t>
          </a:r>
        </a:p>
      </dgm:t>
    </dgm:pt>
    <dgm:pt modelId="{EF2D333C-67DE-264D-BD29-36F9ADDAC86E}" type="parTrans" cxnId="{B1715DC7-A83D-E448-B335-E937872734D9}">
      <dgm:prSet/>
      <dgm:spPr/>
      <dgm:t>
        <a:bodyPr/>
        <a:lstStyle/>
        <a:p>
          <a:endParaRPr lang="en-US">
            <a:latin typeface="Arial" panose="020B0604020202020204" pitchFamily="34" charset="0"/>
            <a:cs typeface="Arial" panose="020B0604020202020204" pitchFamily="34" charset="0"/>
          </a:endParaRPr>
        </a:p>
      </dgm:t>
    </dgm:pt>
    <dgm:pt modelId="{53454682-9408-BB4A-8C49-81A7FC0D9DE3}" type="sibTrans" cxnId="{B1715DC7-A83D-E448-B335-E937872734D9}">
      <dgm:prSet/>
      <dgm:spPr>
        <a:solidFill>
          <a:srgbClr val="000000">
            <a:alpha val="35000"/>
          </a:srgbClr>
        </a:solidFill>
      </dgm:spPr>
      <dgm:t>
        <a:bodyPr/>
        <a:lstStyle/>
        <a:p>
          <a:endParaRPr lang="en-US">
            <a:latin typeface="Arial" panose="020B0604020202020204" pitchFamily="34" charset="0"/>
            <a:cs typeface="Arial" panose="020B0604020202020204" pitchFamily="34" charset="0"/>
          </a:endParaRPr>
        </a:p>
      </dgm:t>
    </dgm:pt>
    <dgm:pt modelId="{83BAB964-B135-0841-B043-901787FB7A08}" type="pres">
      <dgm:prSet presAssocID="{6860490A-3102-154E-A51E-E3C5CFA752E5}" presName="Name0" presStyleCnt="0">
        <dgm:presLayoutVars>
          <dgm:chMax val="1"/>
          <dgm:dir/>
          <dgm:animLvl val="ctr"/>
          <dgm:resizeHandles val="exact"/>
        </dgm:presLayoutVars>
      </dgm:prSet>
      <dgm:spPr/>
    </dgm:pt>
    <dgm:pt modelId="{B8DBAB2C-47A5-4449-8E69-8A49D52AAAE7}" type="pres">
      <dgm:prSet presAssocID="{218D1D33-1337-7247-A001-AF63E4FF430A}" presName="centerShape" presStyleLbl="node0" presStyleIdx="0" presStyleCnt="1"/>
      <dgm:spPr/>
    </dgm:pt>
    <dgm:pt modelId="{0CC70A2E-504D-3546-AAEA-ADC967DC1FCE}" type="pres">
      <dgm:prSet presAssocID="{DE352C5F-9EC8-1A46-81E1-BA34A6B1526D}" presName="node" presStyleLbl="node1" presStyleIdx="0" presStyleCnt="4">
        <dgm:presLayoutVars>
          <dgm:bulletEnabled val="1"/>
        </dgm:presLayoutVars>
      </dgm:prSet>
      <dgm:spPr/>
    </dgm:pt>
    <dgm:pt modelId="{D94D32E6-B33D-324E-B275-948E9FE78474}" type="pres">
      <dgm:prSet presAssocID="{DE352C5F-9EC8-1A46-81E1-BA34A6B1526D}" presName="dummy" presStyleCnt="0"/>
      <dgm:spPr/>
    </dgm:pt>
    <dgm:pt modelId="{CEDB50DD-3D61-AF4A-AB25-19E6FB5022AF}" type="pres">
      <dgm:prSet presAssocID="{055A34DE-03C6-7F4D-A895-D4146E5329D6}" presName="sibTrans" presStyleLbl="sibTrans2D1" presStyleIdx="0" presStyleCnt="4"/>
      <dgm:spPr/>
    </dgm:pt>
    <dgm:pt modelId="{80F58262-D7E8-C848-884D-7969D05E42D8}" type="pres">
      <dgm:prSet presAssocID="{07DDAC8C-6F67-B54D-9738-4CA6DEE5EDCF}" presName="node" presStyleLbl="node1" presStyleIdx="1" presStyleCnt="4">
        <dgm:presLayoutVars>
          <dgm:bulletEnabled val="1"/>
        </dgm:presLayoutVars>
      </dgm:prSet>
      <dgm:spPr/>
    </dgm:pt>
    <dgm:pt modelId="{924DDF49-2FC0-0A47-8D52-FC7AECCE9E4A}" type="pres">
      <dgm:prSet presAssocID="{07DDAC8C-6F67-B54D-9738-4CA6DEE5EDCF}" presName="dummy" presStyleCnt="0"/>
      <dgm:spPr/>
    </dgm:pt>
    <dgm:pt modelId="{DFDB8D15-C684-1849-9C63-E2A9F3A557A3}" type="pres">
      <dgm:prSet presAssocID="{FEFB728C-CAFC-2047-BE3E-734D8D8F1226}" presName="sibTrans" presStyleLbl="sibTrans2D1" presStyleIdx="1" presStyleCnt="4"/>
      <dgm:spPr/>
    </dgm:pt>
    <dgm:pt modelId="{789893B2-46AA-834A-AD3D-ADCEBF645C8B}" type="pres">
      <dgm:prSet presAssocID="{72084325-B181-0041-B744-F987F3A65123}" presName="node" presStyleLbl="node1" presStyleIdx="2" presStyleCnt="4">
        <dgm:presLayoutVars>
          <dgm:bulletEnabled val="1"/>
        </dgm:presLayoutVars>
      </dgm:prSet>
      <dgm:spPr/>
    </dgm:pt>
    <dgm:pt modelId="{299F9BEA-384E-E84F-997E-5A0DC725951C}" type="pres">
      <dgm:prSet presAssocID="{72084325-B181-0041-B744-F987F3A65123}" presName="dummy" presStyleCnt="0"/>
      <dgm:spPr/>
    </dgm:pt>
    <dgm:pt modelId="{3444A6D6-466A-9142-B1AE-28575354FE7C}" type="pres">
      <dgm:prSet presAssocID="{B16CED85-D22C-3546-B102-FA528950335A}" presName="sibTrans" presStyleLbl="sibTrans2D1" presStyleIdx="2" presStyleCnt="4"/>
      <dgm:spPr/>
    </dgm:pt>
    <dgm:pt modelId="{E277D7C2-EE99-5448-9DF5-5A2696E0AC51}" type="pres">
      <dgm:prSet presAssocID="{B551E8BA-CFF2-7F40-ACA7-3D311635BDE9}" presName="node" presStyleLbl="node1" presStyleIdx="3" presStyleCnt="4">
        <dgm:presLayoutVars>
          <dgm:bulletEnabled val="1"/>
        </dgm:presLayoutVars>
      </dgm:prSet>
      <dgm:spPr/>
    </dgm:pt>
    <dgm:pt modelId="{0AF038A1-D344-614F-B63D-0C24C01453BC}" type="pres">
      <dgm:prSet presAssocID="{B551E8BA-CFF2-7F40-ACA7-3D311635BDE9}" presName="dummy" presStyleCnt="0"/>
      <dgm:spPr/>
    </dgm:pt>
    <dgm:pt modelId="{3A91C232-0FF1-6C40-B7F5-8360FB469108}" type="pres">
      <dgm:prSet presAssocID="{53454682-9408-BB4A-8C49-81A7FC0D9DE3}" presName="sibTrans" presStyleLbl="sibTrans2D1" presStyleIdx="3" presStyleCnt="4"/>
      <dgm:spPr/>
    </dgm:pt>
  </dgm:ptLst>
  <dgm:cxnLst>
    <dgm:cxn modelId="{05321605-7DBB-6A41-8668-3C8D32E831C5}" type="presOf" srcId="{B16CED85-D22C-3546-B102-FA528950335A}" destId="{3444A6D6-466A-9142-B1AE-28575354FE7C}" srcOrd="0" destOrd="0" presId="urn:microsoft.com/office/officeart/2005/8/layout/radial6"/>
    <dgm:cxn modelId="{1D4AE609-B1F7-374B-B381-594908853919}" type="presOf" srcId="{53454682-9408-BB4A-8C49-81A7FC0D9DE3}" destId="{3A91C232-0FF1-6C40-B7F5-8360FB469108}" srcOrd="0" destOrd="0" presId="urn:microsoft.com/office/officeart/2005/8/layout/radial6"/>
    <dgm:cxn modelId="{303CD710-B0A0-8D4F-A0EE-24535F5FE789}" type="presOf" srcId="{07DDAC8C-6F67-B54D-9738-4CA6DEE5EDCF}" destId="{80F58262-D7E8-C848-884D-7969D05E42D8}" srcOrd="0" destOrd="0" presId="urn:microsoft.com/office/officeart/2005/8/layout/radial6"/>
    <dgm:cxn modelId="{44CF5811-0AC3-8142-B168-D564AD70264A}" type="presOf" srcId="{DE352C5F-9EC8-1A46-81E1-BA34A6B1526D}" destId="{0CC70A2E-504D-3546-AAEA-ADC967DC1FCE}" srcOrd="0" destOrd="0" presId="urn:microsoft.com/office/officeart/2005/8/layout/radial6"/>
    <dgm:cxn modelId="{0FD79F14-E2A3-6445-A16C-FB590BAC738E}" srcId="{218D1D33-1337-7247-A001-AF63E4FF430A}" destId="{DE352C5F-9EC8-1A46-81E1-BA34A6B1526D}" srcOrd="0" destOrd="0" parTransId="{D838D633-F243-9041-A0BA-925A6C82718A}" sibTransId="{055A34DE-03C6-7F4D-A895-D4146E5329D6}"/>
    <dgm:cxn modelId="{9407225C-706B-034C-A0EF-7428F1A7923F}" srcId="{6860490A-3102-154E-A51E-E3C5CFA752E5}" destId="{218D1D33-1337-7247-A001-AF63E4FF430A}" srcOrd="0" destOrd="0" parTransId="{ACFC852D-C54E-9E4A-A39C-03798911D6AD}" sibTransId="{2EC64434-A4E9-CF46-B568-DA908934BFE6}"/>
    <dgm:cxn modelId="{6A585468-2825-AB45-90CA-BA1D24034B7B}" type="presOf" srcId="{6860490A-3102-154E-A51E-E3C5CFA752E5}" destId="{83BAB964-B135-0841-B043-901787FB7A08}" srcOrd="0" destOrd="0" presId="urn:microsoft.com/office/officeart/2005/8/layout/radial6"/>
    <dgm:cxn modelId="{E284EA94-9F77-694B-8E29-E37B494C99F4}" type="presOf" srcId="{FEFB728C-CAFC-2047-BE3E-734D8D8F1226}" destId="{DFDB8D15-C684-1849-9C63-E2A9F3A557A3}" srcOrd="0" destOrd="0" presId="urn:microsoft.com/office/officeart/2005/8/layout/radial6"/>
    <dgm:cxn modelId="{5ED7ED9F-BABC-5340-8D3A-4ECB5DEE0306}" type="presOf" srcId="{055A34DE-03C6-7F4D-A895-D4146E5329D6}" destId="{CEDB50DD-3D61-AF4A-AB25-19E6FB5022AF}" srcOrd="0" destOrd="0" presId="urn:microsoft.com/office/officeart/2005/8/layout/radial6"/>
    <dgm:cxn modelId="{FE1199A3-DE29-AC47-B404-C4CF19B14037}" type="presOf" srcId="{B551E8BA-CFF2-7F40-ACA7-3D311635BDE9}" destId="{E277D7C2-EE99-5448-9DF5-5A2696E0AC51}" srcOrd="0" destOrd="0" presId="urn:microsoft.com/office/officeart/2005/8/layout/radial6"/>
    <dgm:cxn modelId="{B30918B7-5E25-1B40-AC05-E97C75C5A6B6}" srcId="{218D1D33-1337-7247-A001-AF63E4FF430A}" destId="{72084325-B181-0041-B744-F987F3A65123}" srcOrd="2" destOrd="0" parTransId="{B80090F6-B330-4045-A0F7-820DEF96D18B}" sibTransId="{B16CED85-D22C-3546-B102-FA528950335A}"/>
    <dgm:cxn modelId="{B1715DC7-A83D-E448-B335-E937872734D9}" srcId="{218D1D33-1337-7247-A001-AF63E4FF430A}" destId="{B551E8BA-CFF2-7F40-ACA7-3D311635BDE9}" srcOrd="3" destOrd="0" parTransId="{EF2D333C-67DE-264D-BD29-36F9ADDAC86E}" sibTransId="{53454682-9408-BB4A-8C49-81A7FC0D9DE3}"/>
    <dgm:cxn modelId="{22F73BD2-833D-D349-886B-53C8844D6C87}" srcId="{218D1D33-1337-7247-A001-AF63E4FF430A}" destId="{07DDAC8C-6F67-B54D-9738-4CA6DEE5EDCF}" srcOrd="1" destOrd="0" parTransId="{80D7EE83-0624-5342-85F2-034828830476}" sibTransId="{FEFB728C-CAFC-2047-BE3E-734D8D8F1226}"/>
    <dgm:cxn modelId="{115668D6-C52A-0648-88E6-6574EFA77138}" type="presOf" srcId="{218D1D33-1337-7247-A001-AF63E4FF430A}" destId="{B8DBAB2C-47A5-4449-8E69-8A49D52AAAE7}" srcOrd="0" destOrd="0" presId="urn:microsoft.com/office/officeart/2005/8/layout/radial6"/>
    <dgm:cxn modelId="{2DEB32F8-3A39-E14B-9756-6781B6014B2F}" type="presOf" srcId="{72084325-B181-0041-B744-F987F3A65123}" destId="{789893B2-46AA-834A-AD3D-ADCEBF645C8B}" srcOrd="0" destOrd="0" presId="urn:microsoft.com/office/officeart/2005/8/layout/radial6"/>
    <dgm:cxn modelId="{19BB776C-7446-C649-9948-EE9A4CA607EE}" type="presParOf" srcId="{83BAB964-B135-0841-B043-901787FB7A08}" destId="{B8DBAB2C-47A5-4449-8E69-8A49D52AAAE7}" srcOrd="0" destOrd="0" presId="urn:microsoft.com/office/officeart/2005/8/layout/radial6"/>
    <dgm:cxn modelId="{100E71FB-85BE-0843-8390-E69629D04978}" type="presParOf" srcId="{83BAB964-B135-0841-B043-901787FB7A08}" destId="{0CC70A2E-504D-3546-AAEA-ADC967DC1FCE}" srcOrd="1" destOrd="0" presId="urn:microsoft.com/office/officeart/2005/8/layout/radial6"/>
    <dgm:cxn modelId="{EF5BFADF-1640-AD49-8727-A3B766A76C78}" type="presParOf" srcId="{83BAB964-B135-0841-B043-901787FB7A08}" destId="{D94D32E6-B33D-324E-B275-948E9FE78474}" srcOrd="2" destOrd="0" presId="urn:microsoft.com/office/officeart/2005/8/layout/radial6"/>
    <dgm:cxn modelId="{A9F68774-8CE6-D848-8139-E26592AF31AC}" type="presParOf" srcId="{83BAB964-B135-0841-B043-901787FB7A08}" destId="{CEDB50DD-3D61-AF4A-AB25-19E6FB5022AF}" srcOrd="3" destOrd="0" presId="urn:microsoft.com/office/officeart/2005/8/layout/radial6"/>
    <dgm:cxn modelId="{49C64BA0-5C0E-F940-9924-53052140BB7B}" type="presParOf" srcId="{83BAB964-B135-0841-B043-901787FB7A08}" destId="{80F58262-D7E8-C848-884D-7969D05E42D8}" srcOrd="4" destOrd="0" presId="urn:microsoft.com/office/officeart/2005/8/layout/radial6"/>
    <dgm:cxn modelId="{1B613732-BE66-F348-910E-BFAE12E84120}" type="presParOf" srcId="{83BAB964-B135-0841-B043-901787FB7A08}" destId="{924DDF49-2FC0-0A47-8D52-FC7AECCE9E4A}" srcOrd="5" destOrd="0" presId="urn:microsoft.com/office/officeart/2005/8/layout/radial6"/>
    <dgm:cxn modelId="{9C79FC60-878C-ED4B-BED7-07E36E5A7CBB}" type="presParOf" srcId="{83BAB964-B135-0841-B043-901787FB7A08}" destId="{DFDB8D15-C684-1849-9C63-E2A9F3A557A3}" srcOrd="6" destOrd="0" presId="urn:microsoft.com/office/officeart/2005/8/layout/radial6"/>
    <dgm:cxn modelId="{77BAC5CB-4C26-DC44-A307-6A980BB43F75}" type="presParOf" srcId="{83BAB964-B135-0841-B043-901787FB7A08}" destId="{789893B2-46AA-834A-AD3D-ADCEBF645C8B}" srcOrd="7" destOrd="0" presId="urn:microsoft.com/office/officeart/2005/8/layout/radial6"/>
    <dgm:cxn modelId="{42E130D1-9D79-4D4F-BB4B-5258453CFADE}" type="presParOf" srcId="{83BAB964-B135-0841-B043-901787FB7A08}" destId="{299F9BEA-384E-E84F-997E-5A0DC725951C}" srcOrd="8" destOrd="0" presId="urn:microsoft.com/office/officeart/2005/8/layout/radial6"/>
    <dgm:cxn modelId="{5A335E61-B87E-AA49-9121-DA780B102311}" type="presParOf" srcId="{83BAB964-B135-0841-B043-901787FB7A08}" destId="{3444A6D6-466A-9142-B1AE-28575354FE7C}" srcOrd="9" destOrd="0" presId="urn:microsoft.com/office/officeart/2005/8/layout/radial6"/>
    <dgm:cxn modelId="{59592B7F-9200-DC4C-88DF-E61320D5DB27}" type="presParOf" srcId="{83BAB964-B135-0841-B043-901787FB7A08}" destId="{E277D7C2-EE99-5448-9DF5-5A2696E0AC51}" srcOrd="10" destOrd="0" presId="urn:microsoft.com/office/officeart/2005/8/layout/radial6"/>
    <dgm:cxn modelId="{E209609B-DB9A-F048-A05E-FC9E94EE3DBE}" type="presParOf" srcId="{83BAB964-B135-0841-B043-901787FB7A08}" destId="{0AF038A1-D344-614F-B63D-0C24C01453BC}" srcOrd="11" destOrd="0" presId="urn:microsoft.com/office/officeart/2005/8/layout/radial6"/>
    <dgm:cxn modelId="{E2F212E3-AA74-4841-BEE9-C0DEAFD82583}" type="presParOf" srcId="{83BAB964-B135-0841-B043-901787FB7A08}" destId="{3A91C232-0FF1-6C40-B7F5-8360FB469108}"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FE366C-3B35-F34E-8EAA-08358D6A432E}" type="doc">
      <dgm:prSet loTypeId="urn:microsoft.com/office/officeart/2005/8/layout/venn1" loCatId="" qsTypeId="urn:microsoft.com/office/officeart/2005/8/quickstyle/simple1" qsCatId="simple" csTypeId="urn:microsoft.com/office/officeart/2005/8/colors/accent1_2" csCatId="accent1" phldr="1"/>
      <dgm:spPr/>
    </dgm:pt>
    <dgm:pt modelId="{01AF627C-64EE-C449-90BA-A547F756C648}">
      <dgm:prSet phldrT="[Text]" custT="1"/>
      <dgm:spPr>
        <a:solidFill>
          <a:srgbClr val="9E7E38">
            <a:alpha val="50000"/>
          </a:srgbClr>
        </a:solidFill>
      </dgm:spPr>
      <dgm:t>
        <a:bodyPr/>
        <a:lstStyle/>
        <a:p>
          <a:r>
            <a:rPr lang="en-US" sz="1800" dirty="0">
              <a:solidFill>
                <a:schemeClr val="bg1"/>
              </a:solidFill>
            </a:rPr>
            <a:t>Place Topic Here</a:t>
          </a:r>
        </a:p>
      </dgm:t>
    </dgm:pt>
    <dgm:pt modelId="{31A0CDE7-CD57-9D4A-A19D-7502AABA4A30}" type="parTrans" cxnId="{9C6C4851-BCE3-4D4E-A590-3C6FEC533FDD}">
      <dgm:prSet/>
      <dgm:spPr/>
      <dgm:t>
        <a:bodyPr/>
        <a:lstStyle/>
        <a:p>
          <a:endParaRPr lang="en-US"/>
        </a:p>
      </dgm:t>
    </dgm:pt>
    <dgm:pt modelId="{1739E748-A998-8B42-8E0E-A714380955CE}" type="sibTrans" cxnId="{9C6C4851-BCE3-4D4E-A590-3C6FEC533FDD}">
      <dgm:prSet/>
      <dgm:spPr/>
      <dgm:t>
        <a:bodyPr/>
        <a:lstStyle/>
        <a:p>
          <a:endParaRPr lang="en-US"/>
        </a:p>
      </dgm:t>
    </dgm:pt>
    <dgm:pt modelId="{7F36777F-5F82-2247-8C17-66AC7F758CD8}">
      <dgm:prSet phldrT="[Text]" custT="1"/>
      <dgm:spPr>
        <a:solidFill>
          <a:srgbClr val="9E7E38">
            <a:alpha val="50000"/>
          </a:srgbClr>
        </a:solidFill>
      </dgm:spPr>
      <dgm:t>
        <a:bodyPr/>
        <a:lstStyle/>
        <a:p>
          <a:r>
            <a:rPr lang="en-US" sz="1800" dirty="0">
              <a:solidFill>
                <a:schemeClr val="bg1"/>
              </a:solidFill>
            </a:rPr>
            <a:t>Place Topic Here</a:t>
          </a:r>
        </a:p>
      </dgm:t>
    </dgm:pt>
    <dgm:pt modelId="{85038B16-C1EB-EB4C-8733-A58C33C3F00D}" type="parTrans" cxnId="{AA2A07E1-16F4-8047-A3EC-BF4EFE77F51F}">
      <dgm:prSet/>
      <dgm:spPr/>
      <dgm:t>
        <a:bodyPr/>
        <a:lstStyle/>
        <a:p>
          <a:endParaRPr lang="en-US"/>
        </a:p>
      </dgm:t>
    </dgm:pt>
    <dgm:pt modelId="{8C4CFBEC-C92F-8147-BE8F-2BF0E2D16FD5}" type="sibTrans" cxnId="{AA2A07E1-16F4-8047-A3EC-BF4EFE77F51F}">
      <dgm:prSet/>
      <dgm:spPr/>
      <dgm:t>
        <a:bodyPr/>
        <a:lstStyle/>
        <a:p>
          <a:endParaRPr lang="en-US"/>
        </a:p>
      </dgm:t>
    </dgm:pt>
    <dgm:pt modelId="{FFB16210-8B00-3B4F-BBBD-23686AF358C3}">
      <dgm:prSet phldrT="[Text]" custT="1"/>
      <dgm:spPr>
        <a:solidFill>
          <a:srgbClr val="9E7E38">
            <a:alpha val="50000"/>
          </a:srgbClr>
        </a:solidFill>
      </dgm:spPr>
      <dgm:t>
        <a:bodyPr/>
        <a:lstStyle/>
        <a:p>
          <a:r>
            <a:rPr lang="en-US" sz="1800" dirty="0">
              <a:solidFill>
                <a:schemeClr val="bg1"/>
              </a:solidFill>
            </a:rPr>
            <a:t>Place Topic Here</a:t>
          </a:r>
        </a:p>
      </dgm:t>
    </dgm:pt>
    <dgm:pt modelId="{09EE9CF9-BAA7-4E43-9F86-926EF6870AC1}" type="parTrans" cxnId="{F93E154C-77BF-C74C-823A-D43DC0699410}">
      <dgm:prSet/>
      <dgm:spPr/>
      <dgm:t>
        <a:bodyPr/>
        <a:lstStyle/>
        <a:p>
          <a:endParaRPr lang="en-US"/>
        </a:p>
      </dgm:t>
    </dgm:pt>
    <dgm:pt modelId="{11DAD440-9C32-CD49-869E-1713BA49FA4E}" type="sibTrans" cxnId="{F93E154C-77BF-C74C-823A-D43DC0699410}">
      <dgm:prSet/>
      <dgm:spPr/>
      <dgm:t>
        <a:bodyPr/>
        <a:lstStyle/>
        <a:p>
          <a:endParaRPr lang="en-US"/>
        </a:p>
      </dgm:t>
    </dgm:pt>
    <dgm:pt modelId="{CA4FDFFF-06E1-9E4F-AE2D-6571258D4450}" type="pres">
      <dgm:prSet presAssocID="{FFFE366C-3B35-F34E-8EAA-08358D6A432E}" presName="compositeShape" presStyleCnt="0">
        <dgm:presLayoutVars>
          <dgm:chMax val="7"/>
          <dgm:dir/>
          <dgm:resizeHandles val="exact"/>
        </dgm:presLayoutVars>
      </dgm:prSet>
      <dgm:spPr/>
    </dgm:pt>
    <dgm:pt modelId="{0E4AA936-029D-A746-B882-2CF56421BF70}" type="pres">
      <dgm:prSet presAssocID="{01AF627C-64EE-C449-90BA-A547F756C648}" presName="circ1" presStyleLbl="vennNode1" presStyleIdx="0" presStyleCnt="3"/>
      <dgm:spPr/>
    </dgm:pt>
    <dgm:pt modelId="{84CECFB4-9E43-4E4C-AD83-93ACF8FBC9CE}" type="pres">
      <dgm:prSet presAssocID="{01AF627C-64EE-C449-90BA-A547F756C648}" presName="circ1Tx" presStyleLbl="revTx" presStyleIdx="0" presStyleCnt="0">
        <dgm:presLayoutVars>
          <dgm:chMax val="0"/>
          <dgm:chPref val="0"/>
          <dgm:bulletEnabled val="1"/>
        </dgm:presLayoutVars>
      </dgm:prSet>
      <dgm:spPr/>
    </dgm:pt>
    <dgm:pt modelId="{9260ACF9-3AEC-3347-BDBE-FE6E4B54EDF3}" type="pres">
      <dgm:prSet presAssocID="{7F36777F-5F82-2247-8C17-66AC7F758CD8}" presName="circ2" presStyleLbl="vennNode1" presStyleIdx="1" presStyleCnt="3"/>
      <dgm:spPr/>
    </dgm:pt>
    <dgm:pt modelId="{E2AF6A4E-5652-984E-8C32-C03745D947CA}" type="pres">
      <dgm:prSet presAssocID="{7F36777F-5F82-2247-8C17-66AC7F758CD8}" presName="circ2Tx" presStyleLbl="revTx" presStyleIdx="0" presStyleCnt="0">
        <dgm:presLayoutVars>
          <dgm:chMax val="0"/>
          <dgm:chPref val="0"/>
          <dgm:bulletEnabled val="1"/>
        </dgm:presLayoutVars>
      </dgm:prSet>
      <dgm:spPr/>
    </dgm:pt>
    <dgm:pt modelId="{EEFD82A7-1BBD-BD40-A660-B39C88DA2625}" type="pres">
      <dgm:prSet presAssocID="{FFB16210-8B00-3B4F-BBBD-23686AF358C3}" presName="circ3" presStyleLbl="vennNode1" presStyleIdx="2" presStyleCnt="3"/>
      <dgm:spPr/>
    </dgm:pt>
    <dgm:pt modelId="{CC74A9FF-BF04-8146-A75D-FD7C9F3F5DFF}" type="pres">
      <dgm:prSet presAssocID="{FFB16210-8B00-3B4F-BBBD-23686AF358C3}" presName="circ3Tx" presStyleLbl="revTx" presStyleIdx="0" presStyleCnt="0">
        <dgm:presLayoutVars>
          <dgm:chMax val="0"/>
          <dgm:chPref val="0"/>
          <dgm:bulletEnabled val="1"/>
        </dgm:presLayoutVars>
      </dgm:prSet>
      <dgm:spPr/>
    </dgm:pt>
  </dgm:ptLst>
  <dgm:cxnLst>
    <dgm:cxn modelId="{E6648C23-5CEA-BA49-806C-AB221D3B64AF}" type="presOf" srcId="{7F36777F-5F82-2247-8C17-66AC7F758CD8}" destId="{E2AF6A4E-5652-984E-8C32-C03745D947CA}" srcOrd="1" destOrd="0" presId="urn:microsoft.com/office/officeart/2005/8/layout/venn1"/>
    <dgm:cxn modelId="{F8FEFC41-D38A-1A42-AE25-3051CAF733F4}" type="presOf" srcId="{01AF627C-64EE-C449-90BA-A547F756C648}" destId="{84CECFB4-9E43-4E4C-AD83-93ACF8FBC9CE}" srcOrd="1" destOrd="0" presId="urn:microsoft.com/office/officeart/2005/8/layout/venn1"/>
    <dgm:cxn modelId="{F93E154C-77BF-C74C-823A-D43DC0699410}" srcId="{FFFE366C-3B35-F34E-8EAA-08358D6A432E}" destId="{FFB16210-8B00-3B4F-BBBD-23686AF358C3}" srcOrd="2" destOrd="0" parTransId="{09EE9CF9-BAA7-4E43-9F86-926EF6870AC1}" sibTransId="{11DAD440-9C32-CD49-869E-1713BA49FA4E}"/>
    <dgm:cxn modelId="{4195EF4E-04F2-484F-98A7-A8A7F9B19872}" type="presOf" srcId="{FFB16210-8B00-3B4F-BBBD-23686AF358C3}" destId="{EEFD82A7-1BBD-BD40-A660-B39C88DA2625}" srcOrd="0" destOrd="0" presId="urn:microsoft.com/office/officeart/2005/8/layout/venn1"/>
    <dgm:cxn modelId="{9C6C4851-BCE3-4D4E-A590-3C6FEC533FDD}" srcId="{FFFE366C-3B35-F34E-8EAA-08358D6A432E}" destId="{01AF627C-64EE-C449-90BA-A547F756C648}" srcOrd="0" destOrd="0" parTransId="{31A0CDE7-CD57-9D4A-A19D-7502AABA4A30}" sibTransId="{1739E748-A998-8B42-8E0E-A714380955CE}"/>
    <dgm:cxn modelId="{FA6A4B89-1E28-CF45-A52D-808D45FABE36}" type="presOf" srcId="{FFFE366C-3B35-F34E-8EAA-08358D6A432E}" destId="{CA4FDFFF-06E1-9E4F-AE2D-6571258D4450}" srcOrd="0" destOrd="0" presId="urn:microsoft.com/office/officeart/2005/8/layout/venn1"/>
    <dgm:cxn modelId="{1615FF96-D029-A048-A112-73FEFCE2438C}" type="presOf" srcId="{7F36777F-5F82-2247-8C17-66AC7F758CD8}" destId="{9260ACF9-3AEC-3347-BDBE-FE6E4B54EDF3}" srcOrd="0" destOrd="0" presId="urn:microsoft.com/office/officeart/2005/8/layout/venn1"/>
    <dgm:cxn modelId="{7AADD3C8-7E8F-EF46-8A93-0831D6412F22}" type="presOf" srcId="{01AF627C-64EE-C449-90BA-A547F756C648}" destId="{0E4AA936-029D-A746-B882-2CF56421BF70}" srcOrd="0" destOrd="0" presId="urn:microsoft.com/office/officeart/2005/8/layout/venn1"/>
    <dgm:cxn modelId="{AA2A07E1-16F4-8047-A3EC-BF4EFE77F51F}" srcId="{FFFE366C-3B35-F34E-8EAA-08358D6A432E}" destId="{7F36777F-5F82-2247-8C17-66AC7F758CD8}" srcOrd="1" destOrd="0" parTransId="{85038B16-C1EB-EB4C-8733-A58C33C3F00D}" sibTransId="{8C4CFBEC-C92F-8147-BE8F-2BF0E2D16FD5}"/>
    <dgm:cxn modelId="{F5147DFB-7A0F-6343-9EA7-1AE21C34AC41}" type="presOf" srcId="{FFB16210-8B00-3B4F-BBBD-23686AF358C3}" destId="{CC74A9FF-BF04-8146-A75D-FD7C9F3F5DFF}" srcOrd="1" destOrd="0" presId="urn:microsoft.com/office/officeart/2005/8/layout/venn1"/>
    <dgm:cxn modelId="{2E95D3A4-66FC-CA4B-9A97-D912671794E7}" type="presParOf" srcId="{CA4FDFFF-06E1-9E4F-AE2D-6571258D4450}" destId="{0E4AA936-029D-A746-B882-2CF56421BF70}" srcOrd="0" destOrd="0" presId="urn:microsoft.com/office/officeart/2005/8/layout/venn1"/>
    <dgm:cxn modelId="{5596A513-DA77-3140-8E3B-8024F5733F81}" type="presParOf" srcId="{CA4FDFFF-06E1-9E4F-AE2D-6571258D4450}" destId="{84CECFB4-9E43-4E4C-AD83-93ACF8FBC9CE}" srcOrd="1" destOrd="0" presId="urn:microsoft.com/office/officeart/2005/8/layout/venn1"/>
    <dgm:cxn modelId="{371A9B76-606A-DA43-9710-D4F9E6233759}" type="presParOf" srcId="{CA4FDFFF-06E1-9E4F-AE2D-6571258D4450}" destId="{9260ACF9-3AEC-3347-BDBE-FE6E4B54EDF3}" srcOrd="2" destOrd="0" presId="urn:microsoft.com/office/officeart/2005/8/layout/venn1"/>
    <dgm:cxn modelId="{0A117CBB-4C9E-3745-A275-06D5D9FFD116}" type="presParOf" srcId="{CA4FDFFF-06E1-9E4F-AE2D-6571258D4450}" destId="{E2AF6A4E-5652-984E-8C32-C03745D947CA}" srcOrd="3" destOrd="0" presId="urn:microsoft.com/office/officeart/2005/8/layout/venn1"/>
    <dgm:cxn modelId="{F5E04AD7-0511-824E-A945-A8A65E663926}" type="presParOf" srcId="{CA4FDFFF-06E1-9E4F-AE2D-6571258D4450}" destId="{EEFD82A7-1BBD-BD40-A660-B39C88DA2625}" srcOrd="4" destOrd="0" presId="urn:microsoft.com/office/officeart/2005/8/layout/venn1"/>
    <dgm:cxn modelId="{ECCBE0EC-32AF-564D-953A-B066EDC96E75}" type="presParOf" srcId="{CA4FDFFF-06E1-9E4F-AE2D-6571258D4450}" destId="{CC74A9FF-BF04-8146-A75D-FD7C9F3F5DFF}" srcOrd="5" destOrd="0" presId="urn:microsoft.com/office/officeart/2005/8/layout/venn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91C232-0FF1-6C40-B7F5-8360FB469108}">
      <dsp:nvSpPr>
        <dsp:cNvPr id="0" name=""/>
        <dsp:cNvSpPr/>
      </dsp:nvSpPr>
      <dsp:spPr>
        <a:xfrm>
          <a:off x="2020825" y="494616"/>
          <a:ext cx="3301430" cy="3301430"/>
        </a:xfrm>
        <a:prstGeom prst="blockArc">
          <a:avLst>
            <a:gd name="adj1" fmla="val 10800000"/>
            <a:gd name="adj2" fmla="val 16200000"/>
            <a:gd name="adj3" fmla="val 4642"/>
          </a:avLst>
        </a:prstGeom>
        <a:solidFill>
          <a:srgbClr val="000000">
            <a:alpha val="35000"/>
          </a:srgbClr>
        </a:solidFill>
        <a:ln>
          <a:noFill/>
        </a:ln>
        <a:effectLst/>
      </dsp:spPr>
      <dsp:style>
        <a:lnRef idx="0">
          <a:scrgbClr r="0" g="0" b="0"/>
        </a:lnRef>
        <a:fillRef idx="1">
          <a:scrgbClr r="0" g="0" b="0"/>
        </a:fillRef>
        <a:effectRef idx="0">
          <a:scrgbClr r="0" g="0" b="0"/>
        </a:effectRef>
        <a:fontRef idx="minor">
          <a:schemeClr val="lt1"/>
        </a:fontRef>
      </dsp:style>
    </dsp:sp>
    <dsp:sp modelId="{3444A6D6-466A-9142-B1AE-28575354FE7C}">
      <dsp:nvSpPr>
        <dsp:cNvPr id="0" name=""/>
        <dsp:cNvSpPr/>
      </dsp:nvSpPr>
      <dsp:spPr>
        <a:xfrm>
          <a:off x="2020825" y="494616"/>
          <a:ext cx="3301430" cy="3301430"/>
        </a:xfrm>
        <a:prstGeom prst="blockArc">
          <a:avLst>
            <a:gd name="adj1" fmla="val 5400000"/>
            <a:gd name="adj2" fmla="val 10800000"/>
            <a:gd name="adj3" fmla="val 4642"/>
          </a:avLst>
        </a:prstGeom>
        <a:solidFill>
          <a:srgbClr val="000000">
            <a:alpha val="35000"/>
          </a:srgbClr>
        </a:solidFill>
        <a:ln>
          <a:noFill/>
        </a:ln>
        <a:effectLst/>
      </dsp:spPr>
      <dsp:style>
        <a:lnRef idx="0">
          <a:scrgbClr r="0" g="0" b="0"/>
        </a:lnRef>
        <a:fillRef idx="1">
          <a:scrgbClr r="0" g="0" b="0"/>
        </a:fillRef>
        <a:effectRef idx="0">
          <a:scrgbClr r="0" g="0" b="0"/>
        </a:effectRef>
        <a:fontRef idx="minor">
          <a:schemeClr val="lt1"/>
        </a:fontRef>
      </dsp:style>
    </dsp:sp>
    <dsp:sp modelId="{DFDB8D15-C684-1849-9C63-E2A9F3A557A3}">
      <dsp:nvSpPr>
        <dsp:cNvPr id="0" name=""/>
        <dsp:cNvSpPr/>
      </dsp:nvSpPr>
      <dsp:spPr>
        <a:xfrm>
          <a:off x="2020825" y="494616"/>
          <a:ext cx="3301430" cy="3301430"/>
        </a:xfrm>
        <a:prstGeom prst="blockArc">
          <a:avLst>
            <a:gd name="adj1" fmla="val 0"/>
            <a:gd name="adj2" fmla="val 5400000"/>
            <a:gd name="adj3" fmla="val 4642"/>
          </a:avLst>
        </a:prstGeom>
        <a:solidFill>
          <a:srgbClr val="000000">
            <a:alpha val="35000"/>
          </a:srgbClr>
        </a:solidFill>
        <a:ln>
          <a:noFill/>
        </a:ln>
        <a:effectLst/>
      </dsp:spPr>
      <dsp:style>
        <a:lnRef idx="0">
          <a:scrgbClr r="0" g="0" b="0"/>
        </a:lnRef>
        <a:fillRef idx="1">
          <a:scrgbClr r="0" g="0" b="0"/>
        </a:fillRef>
        <a:effectRef idx="0">
          <a:scrgbClr r="0" g="0" b="0"/>
        </a:effectRef>
        <a:fontRef idx="minor">
          <a:schemeClr val="lt1"/>
        </a:fontRef>
      </dsp:style>
    </dsp:sp>
    <dsp:sp modelId="{CEDB50DD-3D61-AF4A-AB25-19E6FB5022AF}">
      <dsp:nvSpPr>
        <dsp:cNvPr id="0" name=""/>
        <dsp:cNvSpPr/>
      </dsp:nvSpPr>
      <dsp:spPr>
        <a:xfrm>
          <a:off x="2020825" y="494616"/>
          <a:ext cx="3301430" cy="3301430"/>
        </a:xfrm>
        <a:prstGeom prst="blockArc">
          <a:avLst>
            <a:gd name="adj1" fmla="val 16200000"/>
            <a:gd name="adj2" fmla="val 0"/>
            <a:gd name="adj3" fmla="val 4642"/>
          </a:avLst>
        </a:prstGeom>
        <a:solidFill>
          <a:srgbClr val="000000">
            <a:alpha val="35000"/>
          </a:srgbClr>
        </a:solidFill>
        <a:ln>
          <a:noFill/>
        </a:ln>
        <a:effectLst/>
      </dsp:spPr>
      <dsp:style>
        <a:lnRef idx="0">
          <a:scrgbClr r="0" g="0" b="0"/>
        </a:lnRef>
        <a:fillRef idx="1">
          <a:scrgbClr r="0" g="0" b="0"/>
        </a:fillRef>
        <a:effectRef idx="0">
          <a:scrgbClr r="0" g="0" b="0"/>
        </a:effectRef>
        <a:fontRef idx="minor">
          <a:schemeClr val="lt1"/>
        </a:fontRef>
      </dsp:style>
    </dsp:sp>
    <dsp:sp modelId="{B8DBAB2C-47A5-4449-8E69-8A49D52AAAE7}">
      <dsp:nvSpPr>
        <dsp:cNvPr id="0" name=""/>
        <dsp:cNvSpPr/>
      </dsp:nvSpPr>
      <dsp:spPr>
        <a:xfrm>
          <a:off x="2911417" y="1385208"/>
          <a:ext cx="1520247" cy="1520247"/>
        </a:xfrm>
        <a:prstGeom prst="ellipse">
          <a:avLst/>
        </a:prstGeom>
        <a:solidFill>
          <a:srgbClr val="9E7E3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1"/>
              </a:solidFill>
              <a:latin typeface="Arial" panose="020B0604020202020204" pitchFamily="34" charset="0"/>
              <a:cs typeface="Arial" panose="020B0604020202020204" pitchFamily="34" charset="0"/>
            </a:rPr>
            <a:t>MAIN 1</a:t>
          </a:r>
        </a:p>
      </dsp:txBody>
      <dsp:txXfrm>
        <a:off x="3134052" y="1607843"/>
        <a:ext cx="1074977" cy="1074977"/>
      </dsp:txXfrm>
    </dsp:sp>
    <dsp:sp modelId="{0CC70A2E-504D-3546-AAEA-ADC967DC1FCE}">
      <dsp:nvSpPr>
        <dsp:cNvPr id="0" name=""/>
        <dsp:cNvSpPr/>
      </dsp:nvSpPr>
      <dsp:spPr>
        <a:xfrm>
          <a:off x="3139454" y="840"/>
          <a:ext cx="1064173" cy="1064173"/>
        </a:xfrm>
        <a:prstGeom prst="ellipse">
          <a:avLst/>
        </a:prstGeom>
        <a:solidFill>
          <a:srgbClr val="9E7E3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Arial" panose="020B0604020202020204" pitchFamily="34" charset="0"/>
              <a:cs typeface="Arial" panose="020B0604020202020204" pitchFamily="34" charset="0"/>
            </a:rPr>
            <a:t>Header 1</a:t>
          </a:r>
        </a:p>
      </dsp:txBody>
      <dsp:txXfrm>
        <a:off x="3295299" y="156685"/>
        <a:ext cx="752483" cy="752483"/>
      </dsp:txXfrm>
    </dsp:sp>
    <dsp:sp modelId="{80F58262-D7E8-C848-884D-7969D05E42D8}">
      <dsp:nvSpPr>
        <dsp:cNvPr id="0" name=""/>
        <dsp:cNvSpPr/>
      </dsp:nvSpPr>
      <dsp:spPr>
        <a:xfrm>
          <a:off x="4751859" y="1613245"/>
          <a:ext cx="1064173" cy="1064173"/>
        </a:xfrm>
        <a:prstGeom prst="ellipse">
          <a:avLst/>
        </a:prstGeom>
        <a:solidFill>
          <a:srgbClr val="9E7E3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Arial" panose="020B0604020202020204" pitchFamily="34" charset="0"/>
              <a:cs typeface="Arial" panose="020B0604020202020204" pitchFamily="34" charset="0"/>
            </a:rPr>
            <a:t>Header 4</a:t>
          </a:r>
        </a:p>
      </dsp:txBody>
      <dsp:txXfrm>
        <a:off x="4907704" y="1769090"/>
        <a:ext cx="752483" cy="752483"/>
      </dsp:txXfrm>
    </dsp:sp>
    <dsp:sp modelId="{789893B2-46AA-834A-AD3D-ADCEBF645C8B}">
      <dsp:nvSpPr>
        <dsp:cNvPr id="0" name=""/>
        <dsp:cNvSpPr/>
      </dsp:nvSpPr>
      <dsp:spPr>
        <a:xfrm>
          <a:off x="3139454" y="3225650"/>
          <a:ext cx="1064173" cy="1064173"/>
        </a:xfrm>
        <a:prstGeom prst="ellipse">
          <a:avLst/>
        </a:prstGeom>
        <a:solidFill>
          <a:srgbClr val="9E7E3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Arial" panose="020B0604020202020204" pitchFamily="34" charset="0"/>
              <a:cs typeface="Arial" panose="020B0604020202020204" pitchFamily="34" charset="0"/>
            </a:rPr>
            <a:t>Header 3</a:t>
          </a:r>
        </a:p>
      </dsp:txBody>
      <dsp:txXfrm>
        <a:off x="3295299" y="3381495"/>
        <a:ext cx="752483" cy="752483"/>
      </dsp:txXfrm>
    </dsp:sp>
    <dsp:sp modelId="{E277D7C2-EE99-5448-9DF5-5A2696E0AC51}">
      <dsp:nvSpPr>
        <dsp:cNvPr id="0" name=""/>
        <dsp:cNvSpPr/>
      </dsp:nvSpPr>
      <dsp:spPr>
        <a:xfrm>
          <a:off x="1527049" y="1613245"/>
          <a:ext cx="1064173" cy="1064173"/>
        </a:xfrm>
        <a:prstGeom prst="ellipse">
          <a:avLst/>
        </a:prstGeom>
        <a:solidFill>
          <a:srgbClr val="9E7E3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Arial" panose="020B0604020202020204" pitchFamily="34" charset="0"/>
              <a:cs typeface="Arial" panose="020B0604020202020204" pitchFamily="34" charset="0"/>
            </a:rPr>
            <a:t>Header 2</a:t>
          </a:r>
        </a:p>
      </dsp:txBody>
      <dsp:txXfrm>
        <a:off x="1682894" y="1769090"/>
        <a:ext cx="752483" cy="7524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4AA936-029D-A746-B882-2CF56421BF70}">
      <dsp:nvSpPr>
        <dsp:cNvPr id="0" name=""/>
        <dsp:cNvSpPr/>
      </dsp:nvSpPr>
      <dsp:spPr>
        <a:xfrm>
          <a:off x="2141504" y="49553"/>
          <a:ext cx="2378557" cy="2378557"/>
        </a:xfrm>
        <a:prstGeom prst="ellipse">
          <a:avLst/>
        </a:prstGeom>
        <a:solidFill>
          <a:srgbClr val="9E7E38">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Place Topic Here</a:t>
          </a:r>
        </a:p>
      </dsp:txBody>
      <dsp:txXfrm>
        <a:off x="2458645" y="465800"/>
        <a:ext cx="1744275" cy="1070351"/>
      </dsp:txXfrm>
    </dsp:sp>
    <dsp:sp modelId="{9260ACF9-3AEC-3347-BDBE-FE6E4B54EDF3}">
      <dsp:nvSpPr>
        <dsp:cNvPr id="0" name=""/>
        <dsp:cNvSpPr/>
      </dsp:nvSpPr>
      <dsp:spPr>
        <a:xfrm>
          <a:off x="2999767" y="1536151"/>
          <a:ext cx="2378557" cy="2378557"/>
        </a:xfrm>
        <a:prstGeom prst="ellipse">
          <a:avLst/>
        </a:prstGeom>
        <a:solidFill>
          <a:srgbClr val="9E7E38">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Place Topic Here</a:t>
          </a:r>
        </a:p>
      </dsp:txBody>
      <dsp:txXfrm>
        <a:off x="3727209" y="2150612"/>
        <a:ext cx="1427134" cy="1308206"/>
      </dsp:txXfrm>
    </dsp:sp>
    <dsp:sp modelId="{EEFD82A7-1BBD-BD40-A660-B39C88DA2625}">
      <dsp:nvSpPr>
        <dsp:cNvPr id="0" name=""/>
        <dsp:cNvSpPr/>
      </dsp:nvSpPr>
      <dsp:spPr>
        <a:xfrm>
          <a:off x="1283241" y="1536151"/>
          <a:ext cx="2378557" cy="2378557"/>
        </a:xfrm>
        <a:prstGeom prst="ellipse">
          <a:avLst/>
        </a:prstGeom>
        <a:solidFill>
          <a:srgbClr val="9E7E38">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bg1"/>
              </a:solidFill>
            </a:rPr>
            <a:t>Place Topic Here</a:t>
          </a:r>
        </a:p>
      </dsp:txBody>
      <dsp:txXfrm>
        <a:off x="1507222" y="2150612"/>
        <a:ext cx="1427134" cy="1308206"/>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CFEE4B-6BEC-BF4F-9F96-4FFC58684FF1}" type="datetimeFigureOut">
              <a:rPr lang="en-US" smtClean="0"/>
              <a:t>7/11/2022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9A4016-1B2F-7F4B-A08A-DFE1F0F70081}" type="slidenum">
              <a:rPr lang="en-US" smtClean="0"/>
              <a:t>‹#›</a:t>
            </a:fld>
            <a:endParaRPr lang="en-US"/>
          </a:p>
        </p:txBody>
      </p:sp>
    </p:spTree>
    <p:extLst>
      <p:ext uri="{BB962C8B-B14F-4D97-AF65-F5344CB8AC3E}">
        <p14:creationId xmlns:p14="http://schemas.microsoft.com/office/powerpoint/2010/main" val="4226831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29A4016-1B2F-7F4B-A08A-DFE1F0F70081}" type="slidenum">
              <a:rPr lang="en-US" smtClean="0"/>
              <a:t>4</a:t>
            </a:fld>
            <a:endParaRPr lang="en-US"/>
          </a:p>
        </p:txBody>
      </p:sp>
    </p:spTree>
    <p:extLst>
      <p:ext uri="{BB962C8B-B14F-4D97-AF65-F5344CB8AC3E}">
        <p14:creationId xmlns:p14="http://schemas.microsoft.com/office/powerpoint/2010/main" val="307171082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D4E78E-54F4-B74E-BD7C-42C09A3F07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1999" cy="6858001"/>
          </a:xfrm>
          <a:prstGeom prst="rect">
            <a:avLst/>
          </a:prstGeom>
        </p:spPr>
      </p:pic>
      <p:pic>
        <p:nvPicPr>
          <p:cNvPr id="13" name="Picture 12">
            <a:extLst>
              <a:ext uri="{FF2B5EF4-FFF2-40B4-BE49-F238E27FC236}">
                <a16:creationId xmlns:a16="http://schemas.microsoft.com/office/drawing/2014/main" id="{70A96EB7-FB10-3F45-BD93-041A362507D7}"/>
              </a:ext>
            </a:extLst>
          </p:cNvPr>
          <p:cNvPicPr>
            <a:picLocks noChangeAspect="1"/>
          </p:cNvPicPr>
          <p:nvPr userDrawn="1"/>
        </p:nvPicPr>
        <p:blipFill>
          <a:blip r:embed="rId3"/>
          <a:stretch>
            <a:fillRect/>
          </a:stretch>
        </p:blipFill>
        <p:spPr>
          <a:xfrm>
            <a:off x="1680115" y="4768642"/>
            <a:ext cx="2978870" cy="1222542"/>
          </a:xfrm>
          <a:prstGeom prst="rect">
            <a:avLst/>
          </a:prstGeom>
        </p:spPr>
      </p:pic>
      <p:grpSp>
        <p:nvGrpSpPr>
          <p:cNvPr id="6" name="Group 5">
            <a:extLst>
              <a:ext uri="{FF2B5EF4-FFF2-40B4-BE49-F238E27FC236}">
                <a16:creationId xmlns:a16="http://schemas.microsoft.com/office/drawing/2014/main" id="{5B3F904F-9606-414B-8EF1-4441884A67C9}"/>
              </a:ext>
            </a:extLst>
          </p:cNvPr>
          <p:cNvGrpSpPr/>
          <p:nvPr userDrawn="1"/>
        </p:nvGrpSpPr>
        <p:grpSpPr>
          <a:xfrm>
            <a:off x="8048370" y="5680888"/>
            <a:ext cx="3501213" cy="374592"/>
            <a:chOff x="9219717" y="5616592"/>
            <a:chExt cx="3501213" cy="374592"/>
          </a:xfrm>
        </p:grpSpPr>
        <p:pic>
          <p:nvPicPr>
            <p:cNvPr id="4" name="Picture 3">
              <a:extLst>
                <a:ext uri="{FF2B5EF4-FFF2-40B4-BE49-F238E27FC236}">
                  <a16:creationId xmlns:a16="http://schemas.microsoft.com/office/drawing/2014/main" id="{566AF1AA-F633-574C-9564-8800A9D2664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731715" y="5616592"/>
              <a:ext cx="1989215" cy="374592"/>
            </a:xfrm>
            <a:prstGeom prst="rect">
              <a:avLst/>
            </a:prstGeom>
          </p:spPr>
        </p:pic>
        <p:sp>
          <p:nvSpPr>
            <p:cNvPr id="5" name="TextBox 4">
              <a:extLst>
                <a:ext uri="{FF2B5EF4-FFF2-40B4-BE49-F238E27FC236}">
                  <a16:creationId xmlns:a16="http://schemas.microsoft.com/office/drawing/2014/main" id="{D182286F-56A4-4244-BD25-E520ADFA8591}"/>
                </a:ext>
              </a:extLst>
            </p:cNvPr>
            <p:cNvSpPr txBox="1"/>
            <p:nvPr userDrawn="1"/>
          </p:nvSpPr>
          <p:spPr>
            <a:xfrm>
              <a:off x="9219717" y="5713098"/>
              <a:ext cx="1598469" cy="2693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50" kern="1200" dirty="0">
                  <a:solidFill>
                    <a:schemeClr val="bg1"/>
                  </a:solidFill>
                  <a:effectLst/>
                  <a:latin typeface="+mn-lt"/>
                  <a:ea typeface="+mn-ea"/>
                  <a:cs typeface="+mn-cs"/>
                </a:rPr>
                <a:t>The academic core of</a:t>
              </a:r>
            </a:p>
          </p:txBody>
        </p:sp>
      </p:grpSp>
      <p:pic>
        <p:nvPicPr>
          <p:cNvPr id="10" name="Picture 9"/>
          <p:cNvPicPr>
            <a:picLocks noChangeAspect="1"/>
          </p:cNvPicPr>
          <p:nvPr userDrawn="1"/>
        </p:nvPicPr>
        <p:blipFill>
          <a:blip r:embed="rId5"/>
          <a:stretch>
            <a:fillRect/>
          </a:stretch>
        </p:blipFill>
        <p:spPr>
          <a:xfrm>
            <a:off x="-91977" y="-85649"/>
            <a:ext cx="12375953" cy="7029297"/>
          </a:xfrm>
          <a:prstGeom prst="rect">
            <a:avLst/>
          </a:prstGeom>
          <a:solidFill>
            <a:schemeClr val="bg1">
              <a:alpha val="0"/>
            </a:schemeClr>
          </a:solidFill>
          <a:ln>
            <a:noFill/>
          </a:ln>
        </p:spPr>
      </p:pic>
      <p:sp>
        <p:nvSpPr>
          <p:cNvPr id="2" name="Title 1">
            <a:extLst>
              <a:ext uri="{FF2B5EF4-FFF2-40B4-BE49-F238E27FC236}">
                <a16:creationId xmlns:a16="http://schemas.microsoft.com/office/drawing/2014/main" id="{365EFD34-7800-5E4E-9B46-38E6B57B419B}"/>
              </a:ext>
            </a:extLst>
          </p:cNvPr>
          <p:cNvSpPr>
            <a:spLocks noGrp="1"/>
          </p:cNvSpPr>
          <p:nvPr>
            <p:ph type="ctrTitle" hasCustomPrompt="1"/>
          </p:nvPr>
        </p:nvSpPr>
        <p:spPr>
          <a:xfrm>
            <a:off x="744673" y="1478087"/>
            <a:ext cx="4849755" cy="1709530"/>
          </a:xfrm>
          <a:prstGeom prst="rect">
            <a:avLst/>
          </a:prstGeom>
        </p:spPr>
        <p:txBody>
          <a:bodyPr anchor="b">
            <a:normAutofit/>
          </a:bodyPr>
          <a:lstStyle>
            <a:lvl1pPr algn="ctr">
              <a:defRPr sz="5400">
                <a:solidFill>
                  <a:schemeClr val="bg1"/>
                </a:solidFill>
              </a:defRPr>
            </a:lvl1pPr>
          </a:lstStyle>
          <a:p>
            <a:r>
              <a:rPr lang="en-US" dirty="0"/>
              <a:t>Presentation Title</a:t>
            </a:r>
          </a:p>
        </p:txBody>
      </p:sp>
      <p:sp>
        <p:nvSpPr>
          <p:cNvPr id="3" name="Subtitle 2">
            <a:extLst>
              <a:ext uri="{FF2B5EF4-FFF2-40B4-BE49-F238E27FC236}">
                <a16:creationId xmlns:a16="http://schemas.microsoft.com/office/drawing/2014/main" id="{41F93A90-7195-814E-97E8-1976EDCAF7EB}"/>
              </a:ext>
            </a:extLst>
          </p:cNvPr>
          <p:cNvSpPr>
            <a:spLocks noGrp="1"/>
          </p:cNvSpPr>
          <p:nvPr>
            <p:ph type="subTitle" idx="1" hasCustomPrompt="1"/>
          </p:nvPr>
        </p:nvSpPr>
        <p:spPr>
          <a:xfrm>
            <a:off x="744672" y="3448820"/>
            <a:ext cx="4849756" cy="778406"/>
          </a:xfrm>
          <a:prstGeom prst="rect">
            <a:avLst/>
          </a:prstGeom>
        </p:spPr>
        <p:txBody>
          <a:bodyPr/>
          <a:lstStyle>
            <a:lvl1pPr marL="0" indent="0" algn="ctr">
              <a:buNone/>
              <a:defRPr sz="1600" cap="all" spc="200" baseline="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goes here, preferably all caps</a:t>
            </a:r>
          </a:p>
        </p:txBody>
      </p:sp>
      <p:cxnSp>
        <p:nvCxnSpPr>
          <p:cNvPr id="7" name="Straight Connector 6">
            <a:extLst>
              <a:ext uri="{FF2B5EF4-FFF2-40B4-BE49-F238E27FC236}">
                <a16:creationId xmlns:a16="http://schemas.microsoft.com/office/drawing/2014/main" id="{DA6E8608-5552-7D40-B504-15EE9897A2F2}"/>
              </a:ext>
            </a:extLst>
          </p:cNvPr>
          <p:cNvCxnSpPr>
            <a:cxnSpLocks/>
          </p:cNvCxnSpPr>
          <p:nvPr userDrawn="1"/>
        </p:nvCxnSpPr>
        <p:spPr>
          <a:xfrm>
            <a:off x="744671" y="3289856"/>
            <a:ext cx="484975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7548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317C-5FEB-5E4D-8D90-1A39CB3993DC}"/>
              </a:ext>
            </a:extLst>
          </p:cNvPr>
          <p:cNvSpPr>
            <a:spLocks noGrp="1"/>
          </p:cNvSpPr>
          <p:nvPr>
            <p:ph type="title" hasCustomPrompt="1"/>
          </p:nvPr>
        </p:nvSpPr>
        <p:spPr>
          <a:xfrm>
            <a:off x="822960" y="365760"/>
            <a:ext cx="6675120" cy="824863"/>
          </a:xfrm>
          <a:prstGeom prst="rect">
            <a:avLst/>
          </a:prstGeom>
        </p:spPr>
        <p:txBody>
          <a:bodyPr>
            <a:normAutofit/>
          </a:bodyPr>
          <a:lstStyle>
            <a:lvl1pPr>
              <a:defRPr sz="4000"/>
            </a:lvl1pPr>
          </a:lstStyle>
          <a:p>
            <a:r>
              <a:rPr lang="en-US" dirty="0"/>
              <a:t>Title - </a:t>
            </a:r>
            <a:r>
              <a:rPr lang="en-US" sz="4000" dirty="0"/>
              <a:t>Arial Bold 40pt</a:t>
            </a:r>
            <a:endParaRPr lang="en-US" dirty="0"/>
          </a:p>
        </p:txBody>
      </p:sp>
      <p:sp>
        <p:nvSpPr>
          <p:cNvPr id="3" name="Content Placeholder 2">
            <a:extLst>
              <a:ext uri="{FF2B5EF4-FFF2-40B4-BE49-F238E27FC236}">
                <a16:creationId xmlns:a16="http://schemas.microsoft.com/office/drawing/2014/main" id="{60304D90-FB9C-C841-946B-8D0B56579189}"/>
              </a:ext>
            </a:extLst>
          </p:cNvPr>
          <p:cNvSpPr>
            <a:spLocks noGrp="1"/>
          </p:cNvSpPr>
          <p:nvPr>
            <p:ph sz="half" idx="1" hasCustomPrompt="1"/>
          </p:nvPr>
        </p:nvSpPr>
        <p:spPr>
          <a:xfrm>
            <a:off x="822960" y="1371600"/>
            <a:ext cx="6387058" cy="4351338"/>
          </a:xfrm>
          <a:prstGeom prst="rect">
            <a:avLst/>
          </a:prstGeom>
        </p:spPr>
        <p:txBody>
          <a:bodyPr/>
          <a:lstStyle/>
          <a:p>
            <a:pPr marL="0" indent="0">
              <a:lnSpc>
                <a:spcPct val="70000"/>
              </a:lnSpc>
              <a:buNone/>
            </a:pPr>
            <a:r>
              <a:rPr lang="en-US" sz="2400" b="1" dirty="0"/>
              <a:t>Subhead, Arial Bold 24pt</a:t>
            </a:r>
          </a:p>
          <a:p>
            <a:pPr marL="342900" indent="-342900">
              <a:lnSpc>
                <a:spcPct val="100000"/>
              </a:lnSpc>
              <a:buSzPct val="110000"/>
            </a:pPr>
            <a:r>
              <a:rPr lang="en-US" sz="2000" dirty="0"/>
              <a:t>Use Two Column Content Slide</a:t>
            </a:r>
          </a:p>
          <a:p>
            <a:pPr marL="342900" indent="-342900">
              <a:lnSpc>
                <a:spcPct val="100000"/>
              </a:lnSpc>
              <a:buSzPct val="110000"/>
            </a:pPr>
            <a:r>
              <a:rPr lang="en-US" sz="2000" dirty="0"/>
              <a:t>Text is Arial at 20pt</a:t>
            </a:r>
          </a:p>
          <a:p>
            <a:pPr marL="342900" indent="-342900">
              <a:lnSpc>
                <a:spcPct val="100000"/>
              </a:lnSpc>
              <a:buSzPct val="110000"/>
            </a:pPr>
            <a:r>
              <a:rPr lang="en-US" sz="2000" dirty="0"/>
              <a:t>Character Spacing is Normal</a:t>
            </a:r>
          </a:p>
          <a:p>
            <a:pPr marL="342900" indent="-342900">
              <a:lnSpc>
                <a:spcPct val="100000"/>
              </a:lnSpc>
              <a:buSzPct val="110000"/>
            </a:pPr>
            <a:r>
              <a:rPr lang="en-US" sz="2000" dirty="0"/>
              <a:t>Gold Text Bullet</a:t>
            </a:r>
          </a:p>
          <a:p>
            <a:pPr marL="342900" indent="-342900">
              <a:lnSpc>
                <a:spcPct val="100000"/>
              </a:lnSpc>
              <a:buSzPct val="110000"/>
            </a:pPr>
            <a:r>
              <a:rPr lang="en-US" sz="2000" dirty="0"/>
              <a:t>Line Spacing is 1</a:t>
            </a:r>
          </a:p>
          <a:p>
            <a:pPr marL="342900" indent="-342900">
              <a:lnSpc>
                <a:spcPct val="100000"/>
              </a:lnSpc>
              <a:buSzPct val="110000"/>
            </a:pPr>
            <a:r>
              <a:rPr lang="en-US" sz="2000" dirty="0"/>
              <a:t>How to Treat Sub-Bullet Points</a:t>
            </a:r>
          </a:p>
          <a:p>
            <a:pPr lvl="1">
              <a:lnSpc>
                <a:spcPct val="100000"/>
              </a:lnSpc>
              <a:buSzPct val="110000"/>
            </a:pPr>
            <a:r>
              <a:rPr lang="en-US" sz="1600" dirty="0"/>
              <a:t>Sub-Bullet Indent once, Arial at 16pt </a:t>
            </a:r>
          </a:p>
          <a:p>
            <a:pPr lvl="1">
              <a:lnSpc>
                <a:spcPct val="100000"/>
              </a:lnSpc>
              <a:buSzPct val="110000"/>
            </a:pPr>
            <a:r>
              <a:rPr lang="en-US" sz="1600" dirty="0"/>
              <a:t>Sub-Bullet Indent once, Arial at 16pt </a:t>
            </a:r>
            <a:endParaRPr lang="en-US" sz="2000" dirty="0"/>
          </a:p>
        </p:txBody>
      </p:sp>
      <p:sp>
        <p:nvSpPr>
          <p:cNvPr id="5" name="Slide Number Placeholder 4">
            <a:extLst>
              <a:ext uri="{FF2B5EF4-FFF2-40B4-BE49-F238E27FC236}">
                <a16:creationId xmlns:a16="http://schemas.microsoft.com/office/drawing/2014/main" id="{31FE9714-E321-4E4D-AB37-E0FDCF5A60FE}"/>
              </a:ext>
            </a:extLst>
          </p:cNvPr>
          <p:cNvSpPr>
            <a:spLocks noGrp="1"/>
          </p:cNvSpPr>
          <p:nvPr>
            <p:ph type="sldNum" sz="quarter" idx="10"/>
          </p:nvPr>
        </p:nvSpPr>
        <p:spPr/>
        <p:txBody>
          <a:bodyPr/>
          <a:lstStyle/>
          <a:p>
            <a:fld id="{0E109EA1-A30D-9743-9DCC-41793B4C74E6}" type="slidenum">
              <a:rPr lang="en-US" smtClean="0"/>
              <a:pPr/>
              <a:t>‹#›</a:t>
            </a:fld>
            <a:endParaRPr lang="en-US" dirty="0"/>
          </a:p>
        </p:txBody>
      </p:sp>
      <p:sp>
        <p:nvSpPr>
          <p:cNvPr id="6" name="Content Placeholder 2">
            <a:extLst>
              <a:ext uri="{FF2B5EF4-FFF2-40B4-BE49-F238E27FC236}">
                <a16:creationId xmlns:a16="http://schemas.microsoft.com/office/drawing/2014/main" id="{6776896A-6C81-A262-EB47-27F3AC968434}"/>
              </a:ext>
            </a:extLst>
          </p:cNvPr>
          <p:cNvSpPr>
            <a:spLocks noGrp="1"/>
          </p:cNvSpPr>
          <p:nvPr>
            <p:ph sz="half" idx="11" hasCustomPrompt="1"/>
          </p:nvPr>
        </p:nvSpPr>
        <p:spPr>
          <a:xfrm>
            <a:off x="7570032" y="0"/>
            <a:ext cx="4610065" cy="6176963"/>
          </a:xfrm>
          <a:prstGeom prst="rect">
            <a:avLst/>
          </a:prstGeom>
        </p:spPr>
        <p:txBody>
          <a:bodyPr anchor="ctr" anchorCtr="0"/>
          <a:lstStyle>
            <a:lvl1pPr algn="ctr">
              <a:defRPr/>
            </a:lvl1pPr>
          </a:lstStyle>
          <a:p>
            <a:pPr marL="0" indent="0">
              <a:lnSpc>
                <a:spcPct val="70000"/>
              </a:lnSpc>
              <a:buNone/>
            </a:pPr>
            <a:r>
              <a:rPr lang="en-US" sz="2000" dirty="0"/>
              <a:t>Picture here</a:t>
            </a:r>
          </a:p>
        </p:txBody>
      </p:sp>
    </p:spTree>
    <p:extLst>
      <p:ext uri="{BB962C8B-B14F-4D97-AF65-F5344CB8AC3E}">
        <p14:creationId xmlns:p14="http://schemas.microsoft.com/office/powerpoint/2010/main" val="1498711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ody copy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6317C-5FEB-5E4D-8D90-1A39CB3993DC}"/>
              </a:ext>
            </a:extLst>
          </p:cNvPr>
          <p:cNvSpPr>
            <a:spLocks noGrp="1"/>
          </p:cNvSpPr>
          <p:nvPr>
            <p:ph type="title" hasCustomPrompt="1"/>
          </p:nvPr>
        </p:nvSpPr>
        <p:spPr>
          <a:xfrm>
            <a:off x="822960" y="365760"/>
            <a:ext cx="6675120" cy="822960"/>
          </a:xfrm>
          <a:prstGeom prst="rect">
            <a:avLst/>
          </a:prstGeom>
        </p:spPr>
        <p:txBody>
          <a:bodyPr>
            <a:normAutofit/>
          </a:bodyPr>
          <a:lstStyle>
            <a:lvl1pPr>
              <a:defRPr sz="4000"/>
            </a:lvl1pPr>
          </a:lstStyle>
          <a:p>
            <a:r>
              <a:rPr lang="en-US" dirty="0"/>
              <a:t>Title - </a:t>
            </a:r>
            <a:r>
              <a:rPr lang="en-US" sz="4000" dirty="0"/>
              <a:t>Arial Bold 40pt</a:t>
            </a:r>
            <a:endParaRPr lang="en-US" dirty="0"/>
          </a:p>
        </p:txBody>
      </p:sp>
      <p:sp>
        <p:nvSpPr>
          <p:cNvPr id="5" name="Slide Number Placeholder 4">
            <a:extLst>
              <a:ext uri="{FF2B5EF4-FFF2-40B4-BE49-F238E27FC236}">
                <a16:creationId xmlns:a16="http://schemas.microsoft.com/office/drawing/2014/main" id="{31FE9714-E321-4E4D-AB37-E0FDCF5A60FE}"/>
              </a:ext>
            </a:extLst>
          </p:cNvPr>
          <p:cNvSpPr>
            <a:spLocks noGrp="1"/>
          </p:cNvSpPr>
          <p:nvPr>
            <p:ph type="sldNum" sz="quarter" idx="10"/>
          </p:nvPr>
        </p:nvSpPr>
        <p:spPr/>
        <p:txBody>
          <a:bodyPr/>
          <a:lstStyle/>
          <a:p>
            <a:fld id="{0E109EA1-A30D-9743-9DCC-41793B4C74E6}" type="slidenum">
              <a:rPr lang="en-US" smtClean="0"/>
              <a:pPr/>
              <a:t>‹#›</a:t>
            </a:fld>
            <a:endParaRPr lang="en-US" dirty="0"/>
          </a:p>
        </p:txBody>
      </p:sp>
      <p:sp>
        <p:nvSpPr>
          <p:cNvPr id="6" name="Content Placeholder 2">
            <a:extLst>
              <a:ext uri="{FF2B5EF4-FFF2-40B4-BE49-F238E27FC236}">
                <a16:creationId xmlns:a16="http://schemas.microsoft.com/office/drawing/2014/main" id="{6776896A-6C81-A262-EB47-27F3AC968434}"/>
              </a:ext>
            </a:extLst>
          </p:cNvPr>
          <p:cNvSpPr>
            <a:spLocks noGrp="1"/>
          </p:cNvSpPr>
          <p:nvPr>
            <p:ph sz="half" idx="11" hasCustomPrompt="1"/>
          </p:nvPr>
        </p:nvSpPr>
        <p:spPr>
          <a:xfrm>
            <a:off x="7570032" y="0"/>
            <a:ext cx="4610065" cy="6176963"/>
          </a:xfrm>
          <a:prstGeom prst="rect">
            <a:avLst/>
          </a:prstGeom>
        </p:spPr>
        <p:txBody>
          <a:bodyPr anchor="ctr" anchorCtr="0"/>
          <a:lstStyle>
            <a:lvl1pPr algn="ctr">
              <a:defRPr/>
            </a:lvl1pPr>
          </a:lstStyle>
          <a:p>
            <a:pPr marL="0" indent="0">
              <a:lnSpc>
                <a:spcPct val="70000"/>
              </a:lnSpc>
              <a:buNone/>
            </a:pPr>
            <a:r>
              <a:rPr lang="en-US" sz="2000" dirty="0"/>
              <a:t>Picture here</a:t>
            </a:r>
          </a:p>
        </p:txBody>
      </p:sp>
      <p:sp>
        <p:nvSpPr>
          <p:cNvPr id="7" name="Content Placeholder 2">
            <a:extLst>
              <a:ext uri="{FF2B5EF4-FFF2-40B4-BE49-F238E27FC236}">
                <a16:creationId xmlns:a16="http://schemas.microsoft.com/office/drawing/2014/main" id="{5B3E1637-45E8-5BE3-1920-6EAC1311DCC0}"/>
              </a:ext>
            </a:extLst>
          </p:cNvPr>
          <p:cNvSpPr>
            <a:spLocks noGrp="1"/>
          </p:cNvSpPr>
          <p:nvPr>
            <p:ph sz="half" idx="1" hasCustomPrompt="1"/>
          </p:nvPr>
        </p:nvSpPr>
        <p:spPr>
          <a:xfrm>
            <a:off x="822960" y="1371600"/>
            <a:ext cx="6675120" cy="4389120"/>
          </a:xfrm>
          <a:prstGeom prst="rect">
            <a:avLst/>
          </a:prstGeom>
        </p:spPr>
        <p:txBody>
          <a:bodyPr wrap="square">
            <a:noAutofit/>
          </a:bodyPr>
          <a:lstStyle>
            <a:lvl1pPr marL="14288" marR="0" indent="0" algn="l" defTabSz="914400" rtl="0" eaLnBrk="1" fontAlgn="auto" latinLnBrk="0" hangingPunct="1">
              <a:lnSpc>
                <a:spcPct val="100000"/>
              </a:lnSpc>
              <a:spcBef>
                <a:spcPts val="1000"/>
              </a:spcBef>
              <a:spcAft>
                <a:spcPts val="0"/>
              </a:spcAft>
              <a:buClr>
                <a:srgbClr val="9E7E38"/>
              </a:buClr>
              <a:buSzPct val="110000"/>
              <a:buFontTx/>
              <a:buNone/>
              <a:tabLst/>
              <a:defRPr sz="2000"/>
            </a:lvl1pPr>
            <a:lvl2pPr marL="14288" indent="0">
              <a:buFontTx/>
              <a:buNone/>
              <a:tabLst/>
              <a:defRPr sz="2000"/>
            </a:lvl2pPr>
            <a:lvl3pPr marL="14288" indent="0">
              <a:buFontTx/>
              <a:buNone/>
              <a:tabLst/>
              <a:defRPr sz="2000"/>
            </a:lvl3pPr>
            <a:lvl4pPr marL="14288" indent="0">
              <a:buFontTx/>
              <a:buNone/>
              <a:tabLst/>
              <a:defRPr sz="2000"/>
            </a:lvl4pPr>
            <a:lvl5pPr marL="14288" indent="0">
              <a:buFontTx/>
              <a:buNone/>
              <a:tabLst/>
              <a:defRPr sz="2000"/>
            </a:lvl5pPr>
          </a:lstStyle>
          <a:p>
            <a:pPr marL="0" indent="0">
              <a:lnSpc>
                <a:spcPct val="70000"/>
              </a:lnSpc>
              <a:buNone/>
            </a:pPr>
            <a:r>
              <a:rPr lang="en-US" sz="2400" b="1" dirty="0"/>
              <a:t>Subhead, Arial Bold 24pt</a:t>
            </a:r>
          </a:p>
          <a:p>
            <a:pPr lvl="0"/>
            <a:r>
              <a:rPr lang="en-US" dirty="0"/>
              <a:t>Body copy text is Arial 20pt left justified. Body copy text is Arial 20pt left justified. Body copy text is Arial 20pt left justified.</a:t>
            </a:r>
          </a:p>
          <a:p>
            <a:pPr marL="342900" indent="-342900">
              <a:lnSpc>
                <a:spcPct val="100000"/>
              </a:lnSpc>
              <a:buSzPct val="110000"/>
            </a:pPr>
            <a:endParaRPr lang="en-US" sz="2000" dirty="0"/>
          </a:p>
        </p:txBody>
      </p:sp>
    </p:spTree>
    <p:extLst>
      <p:ext uri="{BB962C8B-B14F-4D97-AF65-F5344CB8AC3E}">
        <p14:creationId xmlns:p14="http://schemas.microsoft.com/office/powerpoint/2010/main" val="828774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9485-3680-554B-A5D6-C6CF2C77F982}"/>
              </a:ext>
            </a:extLst>
          </p:cNvPr>
          <p:cNvSpPr>
            <a:spLocks noGrp="1"/>
          </p:cNvSpPr>
          <p:nvPr>
            <p:ph type="title" hasCustomPrompt="1"/>
          </p:nvPr>
        </p:nvSpPr>
        <p:spPr>
          <a:xfrm>
            <a:off x="822960" y="365760"/>
            <a:ext cx="10515600" cy="822960"/>
          </a:xfrm>
          <a:prstGeom prst="rect">
            <a:avLst/>
          </a:prstGeom>
        </p:spPr>
        <p:txBody>
          <a:bodyPr>
            <a:normAutofit/>
          </a:bodyPr>
          <a:lstStyle>
            <a:lvl1pPr>
              <a:defRPr sz="4000">
                <a:latin typeface="Arial" panose="020B0604020202020204" pitchFamily="34" charset="0"/>
                <a:cs typeface="Arial" panose="020B0604020202020204" pitchFamily="34" charset="0"/>
              </a:defRPr>
            </a:lvl1pPr>
          </a:lstStyle>
          <a:p>
            <a:r>
              <a:rPr lang="en-US" dirty="0"/>
              <a:t>Title – Arial Bold 40 </a:t>
            </a:r>
            <a:r>
              <a:rPr lang="en-US" dirty="0" err="1"/>
              <a:t>pt</a:t>
            </a:r>
            <a:endParaRPr lang="en-US" dirty="0"/>
          </a:p>
        </p:txBody>
      </p:sp>
      <p:sp>
        <p:nvSpPr>
          <p:cNvPr id="3" name="Content Placeholder 2">
            <a:extLst>
              <a:ext uri="{FF2B5EF4-FFF2-40B4-BE49-F238E27FC236}">
                <a16:creationId xmlns:a16="http://schemas.microsoft.com/office/drawing/2014/main" id="{74B9BCAA-896B-C24E-B578-EFE7F2A2BDE8}"/>
              </a:ext>
            </a:extLst>
          </p:cNvPr>
          <p:cNvSpPr>
            <a:spLocks noGrp="1"/>
          </p:cNvSpPr>
          <p:nvPr>
            <p:ph idx="1" hasCustomPrompt="1"/>
          </p:nvPr>
        </p:nvSpPr>
        <p:spPr>
          <a:xfrm>
            <a:off x="822960" y="1371600"/>
            <a:ext cx="10515600" cy="4389120"/>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0" indent="0">
              <a:lnSpc>
                <a:spcPct val="70000"/>
              </a:lnSpc>
              <a:buNone/>
            </a:pPr>
            <a:r>
              <a:rPr lang="en-US" sz="2400" b="1" dirty="0"/>
              <a:t>Subhead, Arial Bold 24pt</a:t>
            </a:r>
          </a:p>
          <a:p>
            <a:pPr marL="342900" indent="-342900">
              <a:lnSpc>
                <a:spcPct val="100000"/>
              </a:lnSpc>
              <a:buSzPct val="110000"/>
            </a:pPr>
            <a:r>
              <a:rPr lang="en-US" sz="2000" dirty="0"/>
              <a:t>Use Two Column Content Slide</a:t>
            </a:r>
          </a:p>
          <a:p>
            <a:pPr marL="342900" indent="-342900">
              <a:lnSpc>
                <a:spcPct val="100000"/>
              </a:lnSpc>
              <a:buSzPct val="110000"/>
            </a:pPr>
            <a:r>
              <a:rPr lang="en-US" sz="2000" dirty="0"/>
              <a:t>Text is Arial at 20pt</a:t>
            </a:r>
          </a:p>
          <a:p>
            <a:pPr marL="342900" indent="-342900">
              <a:lnSpc>
                <a:spcPct val="100000"/>
              </a:lnSpc>
              <a:buSzPct val="110000"/>
            </a:pPr>
            <a:r>
              <a:rPr lang="en-US" sz="2000" dirty="0"/>
              <a:t>Character Spacing is Normal</a:t>
            </a:r>
          </a:p>
          <a:p>
            <a:pPr marL="342900" indent="-342900">
              <a:lnSpc>
                <a:spcPct val="100000"/>
              </a:lnSpc>
              <a:buSzPct val="110000"/>
            </a:pPr>
            <a:r>
              <a:rPr lang="en-US" sz="2000" dirty="0"/>
              <a:t>Gold Text Bullet</a:t>
            </a:r>
          </a:p>
          <a:p>
            <a:pPr marL="342900" indent="-342900">
              <a:lnSpc>
                <a:spcPct val="100000"/>
              </a:lnSpc>
              <a:buSzPct val="110000"/>
            </a:pPr>
            <a:r>
              <a:rPr lang="en-US" sz="2000" dirty="0"/>
              <a:t>Line Spacing is 1</a:t>
            </a:r>
          </a:p>
          <a:p>
            <a:pPr marL="342900" indent="-342900">
              <a:lnSpc>
                <a:spcPct val="100000"/>
              </a:lnSpc>
              <a:buSzPct val="110000"/>
            </a:pPr>
            <a:r>
              <a:rPr lang="en-US" sz="2000" dirty="0"/>
              <a:t>How to Treat Sub-Bullet Points</a:t>
            </a:r>
          </a:p>
          <a:p>
            <a:pPr lvl="1">
              <a:lnSpc>
                <a:spcPct val="100000"/>
              </a:lnSpc>
              <a:buSzPct val="110000"/>
            </a:pPr>
            <a:r>
              <a:rPr lang="en-US" sz="1600" dirty="0"/>
              <a:t>Sub-Bullet Indent once, Arial at 16pt </a:t>
            </a:r>
          </a:p>
          <a:p>
            <a:pPr lvl="1">
              <a:lnSpc>
                <a:spcPct val="100000"/>
              </a:lnSpc>
              <a:buSzPct val="110000"/>
            </a:pPr>
            <a:r>
              <a:rPr lang="en-US" sz="1600" dirty="0"/>
              <a:t>Sub-Bullet Indent once, Arial at 16pt </a:t>
            </a:r>
            <a:endParaRPr lang="en-US" sz="2000" dirty="0"/>
          </a:p>
        </p:txBody>
      </p:sp>
      <p:sp>
        <p:nvSpPr>
          <p:cNvPr id="4" name="Slide Number Placeholder 3">
            <a:extLst>
              <a:ext uri="{FF2B5EF4-FFF2-40B4-BE49-F238E27FC236}">
                <a16:creationId xmlns:a16="http://schemas.microsoft.com/office/drawing/2014/main" id="{D8637138-0059-A843-AD29-BCAD2E7DC8AA}"/>
              </a:ext>
            </a:extLst>
          </p:cNvPr>
          <p:cNvSpPr>
            <a:spLocks noGrp="1"/>
          </p:cNvSpPr>
          <p:nvPr>
            <p:ph type="sldNum" sz="quarter" idx="10"/>
          </p:nvPr>
        </p:nvSpPr>
        <p:spPr/>
        <p:txBody>
          <a:bodyPr/>
          <a:lstStyle/>
          <a:p>
            <a:fld id="{0E109EA1-A30D-9743-9DCC-41793B4C74E6}" type="slidenum">
              <a:rPr lang="en-US" smtClean="0"/>
              <a:pPr/>
              <a:t>‹#›</a:t>
            </a:fld>
            <a:endParaRPr lang="en-US" dirty="0"/>
          </a:p>
        </p:txBody>
      </p:sp>
    </p:spTree>
    <p:extLst>
      <p:ext uri="{BB962C8B-B14F-4D97-AF65-F5344CB8AC3E}">
        <p14:creationId xmlns:p14="http://schemas.microsoft.com/office/powerpoint/2010/main" val="2884361657"/>
      </p:ext>
    </p:extLst>
  </p:cSld>
  <p:clrMapOvr>
    <a:masterClrMapping/>
  </p:clrMapOvr>
  <p:extLst>
    <p:ext uri="{DCECCB84-F9BA-43D5-87BE-67443E8EF086}">
      <p15:sldGuideLst xmlns:p15="http://schemas.microsoft.com/office/powerpoint/2012/main">
        <p15:guide id="1" orient="horz" pos="864"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One column text only -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9485-3680-554B-A5D6-C6CF2C77F982}"/>
              </a:ext>
            </a:extLst>
          </p:cNvPr>
          <p:cNvSpPr>
            <a:spLocks noGrp="1"/>
          </p:cNvSpPr>
          <p:nvPr>
            <p:ph type="title" hasCustomPrompt="1"/>
          </p:nvPr>
        </p:nvSpPr>
        <p:spPr>
          <a:xfrm>
            <a:off x="822960" y="365760"/>
            <a:ext cx="10629275" cy="877266"/>
          </a:xfrm>
          <a:prstGeom prst="rect">
            <a:avLst/>
          </a:prstGeom>
        </p:spPr>
        <p:txBody>
          <a:bodyPr>
            <a:normAutofit/>
          </a:bodyPr>
          <a:lstStyle>
            <a:lvl1pPr>
              <a:defRPr sz="4000">
                <a:latin typeface="Arial" panose="020B0604020202020204" pitchFamily="34" charset="0"/>
                <a:cs typeface="Arial" panose="020B0604020202020204" pitchFamily="34" charset="0"/>
              </a:defRPr>
            </a:lvl1pPr>
          </a:lstStyle>
          <a:p>
            <a:r>
              <a:rPr lang="en-US" dirty="0"/>
              <a:t>Title – Arial Bold 40 </a:t>
            </a:r>
            <a:r>
              <a:rPr lang="en-US" dirty="0" err="1"/>
              <a:t>pt</a:t>
            </a:r>
            <a:endParaRPr lang="en-US" dirty="0"/>
          </a:p>
        </p:txBody>
      </p:sp>
      <p:sp>
        <p:nvSpPr>
          <p:cNvPr id="3" name="Content Placeholder 2">
            <a:extLst>
              <a:ext uri="{FF2B5EF4-FFF2-40B4-BE49-F238E27FC236}">
                <a16:creationId xmlns:a16="http://schemas.microsoft.com/office/drawing/2014/main" id="{74B9BCAA-896B-C24E-B578-EFE7F2A2BDE8}"/>
              </a:ext>
            </a:extLst>
          </p:cNvPr>
          <p:cNvSpPr>
            <a:spLocks noGrp="1"/>
          </p:cNvSpPr>
          <p:nvPr>
            <p:ph idx="1" hasCustomPrompt="1"/>
          </p:nvPr>
        </p:nvSpPr>
        <p:spPr>
          <a:xfrm>
            <a:off x="822960" y="1371600"/>
            <a:ext cx="10629276" cy="4775546"/>
          </a:xfrm>
          <a:prstGeom prst="rect">
            <a:avLst/>
          </a:prstGeom>
        </p:spPr>
        <p:txBody>
          <a:bodyPr/>
          <a:lstStyle>
            <a:lvl1pPr marL="0" indent="0">
              <a:lnSpc>
                <a:spcPct val="100000"/>
              </a:lnSpc>
              <a:buNone/>
              <a:defRPr sz="2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0" indent="0">
              <a:lnSpc>
                <a:spcPct val="70000"/>
              </a:lnSpc>
              <a:buNone/>
            </a:pPr>
            <a:r>
              <a:rPr lang="en-US" sz="2400" b="1" dirty="0"/>
              <a:t>Subhead, Arial Bold 24pt</a:t>
            </a:r>
          </a:p>
          <a:p>
            <a:pPr lvl="0"/>
            <a:r>
              <a:rPr lang="en-US" dirty="0"/>
              <a:t>Body copy text is Arial 20pt left justified. Body copy text is Arial 20pt left justified. Body copy text is Arial 20pt left justified. Body copy text is Arial 20pt left justified. Body copy text is Arial 20pt left justified.</a:t>
            </a:r>
          </a:p>
        </p:txBody>
      </p:sp>
      <p:sp>
        <p:nvSpPr>
          <p:cNvPr id="4" name="Slide Number Placeholder 3">
            <a:extLst>
              <a:ext uri="{FF2B5EF4-FFF2-40B4-BE49-F238E27FC236}">
                <a16:creationId xmlns:a16="http://schemas.microsoft.com/office/drawing/2014/main" id="{D8637138-0059-A843-AD29-BCAD2E7DC8AA}"/>
              </a:ext>
            </a:extLst>
          </p:cNvPr>
          <p:cNvSpPr>
            <a:spLocks noGrp="1"/>
          </p:cNvSpPr>
          <p:nvPr>
            <p:ph type="sldNum" sz="quarter" idx="10"/>
          </p:nvPr>
        </p:nvSpPr>
        <p:spPr/>
        <p:txBody>
          <a:bodyPr/>
          <a:lstStyle/>
          <a:p>
            <a:fld id="{0E109EA1-A30D-9743-9DCC-41793B4C74E6}" type="slidenum">
              <a:rPr lang="en-US" smtClean="0"/>
              <a:pPr/>
              <a:t>‹#›</a:t>
            </a:fld>
            <a:endParaRPr lang="en-US" dirty="0"/>
          </a:p>
        </p:txBody>
      </p:sp>
    </p:spTree>
    <p:extLst>
      <p:ext uri="{BB962C8B-B14F-4D97-AF65-F5344CB8AC3E}">
        <p14:creationId xmlns:p14="http://schemas.microsoft.com/office/powerpoint/2010/main" val="1405258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 Shie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9485-3680-554B-A5D6-C6CF2C77F982}"/>
              </a:ext>
            </a:extLst>
          </p:cNvPr>
          <p:cNvSpPr>
            <a:spLocks noGrp="1"/>
          </p:cNvSpPr>
          <p:nvPr>
            <p:ph type="title" hasCustomPrompt="1"/>
          </p:nvPr>
        </p:nvSpPr>
        <p:spPr>
          <a:xfrm>
            <a:off x="822960" y="365760"/>
            <a:ext cx="10629275" cy="877266"/>
          </a:xfrm>
          <a:prstGeom prst="rect">
            <a:avLst/>
          </a:prstGeom>
        </p:spPr>
        <p:txBody>
          <a:bodyPr>
            <a:normAutofit/>
          </a:bodyPr>
          <a:lstStyle>
            <a:lvl1pPr>
              <a:defRPr sz="4000">
                <a:latin typeface="Arial" panose="020B0604020202020204" pitchFamily="34" charset="0"/>
                <a:cs typeface="Arial" panose="020B0604020202020204" pitchFamily="34" charset="0"/>
              </a:defRPr>
            </a:lvl1pPr>
          </a:lstStyle>
          <a:p>
            <a:r>
              <a:rPr lang="en-US" dirty="0"/>
              <a:t>Title – Arial Bold 40 </a:t>
            </a:r>
            <a:r>
              <a:rPr lang="en-US" dirty="0" err="1"/>
              <a:t>pt</a:t>
            </a:r>
            <a:endParaRPr lang="en-US" dirty="0"/>
          </a:p>
        </p:txBody>
      </p:sp>
      <p:sp>
        <p:nvSpPr>
          <p:cNvPr id="3" name="Content Placeholder 2">
            <a:extLst>
              <a:ext uri="{FF2B5EF4-FFF2-40B4-BE49-F238E27FC236}">
                <a16:creationId xmlns:a16="http://schemas.microsoft.com/office/drawing/2014/main" id="{74B9BCAA-896B-C24E-B578-EFE7F2A2BDE8}"/>
              </a:ext>
            </a:extLst>
          </p:cNvPr>
          <p:cNvSpPr>
            <a:spLocks noGrp="1"/>
          </p:cNvSpPr>
          <p:nvPr>
            <p:ph idx="1" hasCustomPrompt="1"/>
          </p:nvPr>
        </p:nvSpPr>
        <p:spPr>
          <a:xfrm>
            <a:off x="822960" y="1371600"/>
            <a:ext cx="10629276" cy="4775546"/>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0" indent="0">
              <a:lnSpc>
                <a:spcPct val="70000"/>
              </a:lnSpc>
              <a:buNone/>
            </a:pPr>
            <a:r>
              <a:rPr lang="en-US" sz="2400" b="1" dirty="0"/>
              <a:t>Subhead, Arial Bold 24pt</a:t>
            </a:r>
          </a:p>
          <a:p>
            <a:pPr marL="342900" indent="-342900">
              <a:lnSpc>
                <a:spcPct val="100000"/>
              </a:lnSpc>
              <a:buSzPct val="110000"/>
            </a:pPr>
            <a:r>
              <a:rPr lang="en-US" sz="2000" dirty="0"/>
              <a:t>Use Two Column Content Slide</a:t>
            </a:r>
          </a:p>
          <a:p>
            <a:pPr marL="342900" indent="-342900">
              <a:lnSpc>
                <a:spcPct val="100000"/>
              </a:lnSpc>
              <a:buSzPct val="110000"/>
            </a:pPr>
            <a:r>
              <a:rPr lang="en-US" sz="2000" dirty="0"/>
              <a:t>Text is Arial at 20pt</a:t>
            </a:r>
          </a:p>
          <a:p>
            <a:pPr marL="342900" indent="-342900">
              <a:lnSpc>
                <a:spcPct val="100000"/>
              </a:lnSpc>
              <a:buSzPct val="110000"/>
            </a:pPr>
            <a:r>
              <a:rPr lang="en-US" sz="2000" dirty="0"/>
              <a:t>Character Spacing is Normal</a:t>
            </a:r>
          </a:p>
          <a:p>
            <a:pPr marL="342900" indent="-342900">
              <a:lnSpc>
                <a:spcPct val="100000"/>
              </a:lnSpc>
              <a:buSzPct val="110000"/>
            </a:pPr>
            <a:r>
              <a:rPr lang="en-US" sz="2000" dirty="0"/>
              <a:t>Gold Text Bullet</a:t>
            </a:r>
          </a:p>
          <a:p>
            <a:pPr marL="342900" indent="-342900">
              <a:lnSpc>
                <a:spcPct val="100000"/>
              </a:lnSpc>
              <a:buSzPct val="110000"/>
            </a:pPr>
            <a:r>
              <a:rPr lang="en-US" sz="2000" dirty="0"/>
              <a:t>Line Spacing is 1</a:t>
            </a:r>
          </a:p>
          <a:p>
            <a:pPr marL="342900" indent="-342900">
              <a:lnSpc>
                <a:spcPct val="100000"/>
              </a:lnSpc>
              <a:buSzPct val="110000"/>
            </a:pPr>
            <a:r>
              <a:rPr lang="en-US" sz="2000" dirty="0"/>
              <a:t>How to Treat Sub-Bullet Points</a:t>
            </a:r>
          </a:p>
          <a:p>
            <a:pPr lvl="1">
              <a:lnSpc>
                <a:spcPct val="100000"/>
              </a:lnSpc>
              <a:buSzPct val="110000"/>
            </a:pPr>
            <a:r>
              <a:rPr lang="en-US" sz="1600" dirty="0"/>
              <a:t>Sub-Bullet Indent once, Arial at 16pt </a:t>
            </a:r>
          </a:p>
          <a:p>
            <a:pPr lvl="1">
              <a:lnSpc>
                <a:spcPct val="100000"/>
              </a:lnSpc>
              <a:buSzPct val="110000"/>
            </a:pPr>
            <a:r>
              <a:rPr lang="en-US" sz="1600" dirty="0"/>
              <a:t>Sub-Bullet Indent once, Arial at 16pt </a:t>
            </a:r>
            <a:endParaRPr lang="en-US" sz="2000" dirty="0"/>
          </a:p>
        </p:txBody>
      </p:sp>
      <p:sp>
        <p:nvSpPr>
          <p:cNvPr id="4" name="Slide Number Placeholder 3">
            <a:extLst>
              <a:ext uri="{FF2B5EF4-FFF2-40B4-BE49-F238E27FC236}">
                <a16:creationId xmlns:a16="http://schemas.microsoft.com/office/drawing/2014/main" id="{D8637138-0059-A843-AD29-BCAD2E7DC8AA}"/>
              </a:ext>
            </a:extLst>
          </p:cNvPr>
          <p:cNvSpPr>
            <a:spLocks noGrp="1"/>
          </p:cNvSpPr>
          <p:nvPr>
            <p:ph type="sldNum" sz="quarter" idx="10"/>
          </p:nvPr>
        </p:nvSpPr>
        <p:spPr/>
        <p:txBody>
          <a:bodyPr/>
          <a:lstStyle/>
          <a:p>
            <a:fld id="{0E109EA1-A30D-9743-9DCC-41793B4C74E6}" type="slidenum">
              <a:rPr lang="en-US" smtClean="0"/>
              <a:pPr/>
              <a:t>‹#›</a:t>
            </a:fld>
            <a:endParaRPr lang="en-US" dirty="0"/>
          </a:p>
        </p:txBody>
      </p:sp>
      <p:pic>
        <p:nvPicPr>
          <p:cNvPr id="5" name="Picture 4">
            <a:extLst>
              <a:ext uri="{FF2B5EF4-FFF2-40B4-BE49-F238E27FC236}">
                <a16:creationId xmlns:a16="http://schemas.microsoft.com/office/drawing/2014/main" id="{CB275CD5-F16B-3B7E-4E55-435CF96033BB}"/>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l="-1031" r="13297"/>
          <a:stretch/>
        </p:blipFill>
        <p:spPr>
          <a:xfrm>
            <a:off x="7129448" y="344765"/>
            <a:ext cx="5062552" cy="5770286"/>
          </a:xfrm>
          <a:prstGeom prst="rect">
            <a:avLst/>
          </a:prstGeom>
        </p:spPr>
      </p:pic>
    </p:spTree>
    <p:extLst>
      <p:ext uri="{BB962C8B-B14F-4D97-AF65-F5344CB8AC3E}">
        <p14:creationId xmlns:p14="http://schemas.microsoft.com/office/powerpoint/2010/main" val="1273739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body copy - Shie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B9485-3680-554B-A5D6-C6CF2C77F982}"/>
              </a:ext>
            </a:extLst>
          </p:cNvPr>
          <p:cNvSpPr>
            <a:spLocks noGrp="1"/>
          </p:cNvSpPr>
          <p:nvPr>
            <p:ph type="title" hasCustomPrompt="1"/>
          </p:nvPr>
        </p:nvSpPr>
        <p:spPr>
          <a:xfrm>
            <a:off x="822960" y="365760"/>
            <a:ext cx="10629275" cy="877266"/>
          </a:xfrm>
          <a:prstGeom prst="rect">
            <a:avLst/>
          </a:prstGeom>
        </p:spPr>
        <p:txBody>
          <a:bodyPr>
            <a:normAutofit/>
          </a:bodyPr>
          <a:lstStyle>
            <a:lvl1pPr>
              <a:defRPr sz="4000">
                <a:latin typeface="Arial" panose="020B0604020202020204" pitchFamily="34" charset="0"/>
                <a:cs typeface="Arial" panose="020B0604020202020204" pitchFamily="34" charset="0"/>
              </a:defRPr>
            </a:lvl1pPr>
          </a:lstStyle>
          <a:p>
            <a:r>
              <a:rPr lang="en-US" dirty="0"/>
              <a:t>Title – Arial Bold 40 </a:t>
            </a:r>
            <a:r>
              <a:rPr lang="en-US" dirty="0" err="1"/>
              <a:t>pt</a:t>
            </a:r>
            <a:endParaRPr lang="en-US" dirty="0"/>
          </a:p>
        </p:txBody>
      </p:sp>
      <p:sp>
        <p:nvSpPr>
          <p:cNvPr id="3" name="Content Placeholder 2">
            <a:extLst>
              <a:ext uri="{FF2B5EF4-FFF2-40B4-BE49-F238E27FC236}">
                <a16:creationId xmlns:a16="http://schemas.microsoft.com/office/drawing/2014/main" id="{74B9BCAA-896B-C24E-B578-EFE7F2A2BDE8}"/>
              </a:ext>
            </a:extLst>
          </p:cNvPr>
          <p:cNvSpPr>
            <a:spLocks noGrp="1"/>
          </p:cNvSpPr>
          <p:nvPr>
            <p:ph idx="1" hasCustomPrompt="1"/>
          </p:nvPr>
        </p:nvSpPr>
        <p:spPr>
          <a:xfrm>
            <a:off x="822960" y="1371600"/>
            <a:ext cx="10629276" cy="4775546"/>
          </a:xfrm>
          <a:prstGeom prst="rect">
            <a:avLst/>
          </a:prstGeom>
        </p:spPr>
        <p:txBody>
          <a:bodyPr/>
          <a:lstStyle>
            <a:lvl1pPr marL="0" indent="0">
              <a:lnSpc>
                <a:spcPct val="100000"/>
              </a:lnSpc>
              <a:buNone/>
              <a:defRPr sz="20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marL="0" indent="0">
              <a:lnSpc>
                <a:spcPct val="70000"/>
              </a:lnSpc>
              <a:buNone/>
            </a:pPr>
            <a:r>
              <a:rPr lang="en-US" sz="2400" b="1" dirty="0"/>
              <a:t>Subhead, Arial Bold 24pt</a:t>
            </a:r>
          </a:p>
          <a:p>
            <a:pPr lvl="0"/>
            <a:r>
              <a:rPr lang="en-US" dirty="0"/>
              <a:t>Body copy text is Arial 20pt left justified. Body copy text is Arial 20pt left justified. Body copy text is Arial 20pt left justified. Body copy text is Arial 20pt left justified. Body copy text is Arial 20pt left justified.</a:t>
            </a:r>
          </a:p>
        </p:txBody>
      </p:sp>
      <p:sp>
        <p:nvSpPr>
          <p:cNvPr id="4" name="Slide Number Placeholder 3">
            <a:extLst>
              <a:ext uri="{FF2B5EF4-FFF2-40B4-BE49-F238E27FC236}">
                <a16:creationId xmlns:a16="http://schemas.microsoft.com/office/drawing/2014/main" id="{D8637138-0059-A843-AD29-BCAD2E7DC8AA}"/>
              </a:ext>
            </a:extLst>
          </p:cNvPr>
          <p:cNvSpPr>
            <a:spLocks noGrp="1"/>
          </p:cNvSpPr>
          <p:nvPr>
            <p:ph type="sldNum" sz="quarter" idx="10"/>
          </p:nvPr>
        </p:nvSpPr>
        <p:spPr/>
        <p:txBody>
          <a:bodyPr/>
          <a:lstStyle/>
          <a:p>
            <a:fld id="{0E109EA1-A30D-9743-9DCC-41793B4C74E6}" type="slidenum">
              <a:rPr lang="en-US" smtClean="0"/>
              <a:pPr/>
              <a:t>‹#›</a:t>
            </a:fld>
            <a:endParaRPr lang="en-US" dirty="0"/>
          </a:p>
        </p:txBody>
      </p:sp>
      <p:pic>
        <p:nvPicPr>
          <p:cNvPr id="5" name="Picture 4">
            <a:extLst>
              <a:ext uri="{FF2B5EF4-FFF2-40B4-BE49-F238E27FC236}">
                <a16:creationId xmlns:a16="http://schemas.microsoft.com/office/drawing/2014/main" id="{CADA0DEF-CAB8-560F-7B3F-D38A387A3413}"/>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l="-1031" r="13297"/>
          <a:stretch/>
        </p:blipFill>
        <p:spPr>
          <a:xfrm>
            <a:off x="7129448" y="344765"/>
            <a:ext cx="5062552" cy="5770286"/>
          </a:xfrm>
          <a:prstGeom prst="rect">
            <a:avLst/>
          </a:prstGeom>
        </p:spPr>
      </p:pic>
    </p:spTree>
    <p:extLst>
      <p:ext uri="{BB962C8B-B14F-4D97-AF65-F5344CB8AC3E}">
        <p14:creationId xmlns:p14="http://schemas.microsoft.com/office/powerpoint/2010/main" val="2982572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 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F79F4-9B84-184C-8BB3-7A38D9094590}"/>
              </a:ext>
            </a:extLst>
          </p:cNvPr>
          <p:cNvSpPr>
            <a:spLocks noGrp="1"/>
          </p:cNvSpPr>
          <p:nvPr>
            <p:ph type="title" hasCustomPrompt="1"/>
          </p:nvPr>
        </p:nvSpPr>
        <p:spPr>
          <a:xfrm>
            <a:off x="822960" y="365760"/>
            <a:ext cx="9892748" cy="877266"/>
          </a:xfrm>
          <a:prstGeom prst="rect">
            <a:avLst/>
          </a:prstGeom>
        </p:spPr>
        <p:txBody>
          <a:bodyPr/>
          <a:lstStyle/>
          <a:p>
            <a:r>
              <a:rPr lang="en-US" dirty="0"/>
              <a:t>Title – Arial Bold 40 </a:t>
            </a:r>
            <a:r>
              <a:rPr lang="en-US" dirty="0" err="1"/>
              <a:t>pt</a:t>
            </a:r>
            <a:endParaRPr lang="en-US" dirty="0"/>
          </a:p>
        </p:txBody>
      </p:sp>
      <p:sp>
        <p:nvSpPr>
          <p:cNvPr id="3" name="Slide Number Placeholder 2">
            <a:extLst>
              <a:ext uri="{FF2B5EF4-FFF2-40B4-BE49-F238E27FC236}">
                <a16:creationId xmlns:a16="http://schemas.microsoft.com/office/drawing/2014/main" id="{5565B34D-C2D9-9842-8A76-C94BA6B57B35}"/>
              </a:ext>
            </a:extLst>
          </p:cNvPr>
          <p:cNvSpPr>
            <a:spLocks noGrp="1"/>
          </p:cNvSpPr>
          <p:nvPr>
            <p:ph type="sldNum" sz="quarter" idx="10"/>
          </p:nvPr>
        </p:nvSpPr>
        <p:spPr/>
        <p:txBody>
          <a:bodyPr/>
          <a:lstStyle/>
          <a:p>
            <a:fld id="{0E109EA1-A30D-9743-9DCC-41793B4C74E6}" type="slidenum">
              <a:rPr lang="en-US" smtClean="0"/>
              <a:pPr/>
              <a:t>‹#›</a:t>
            </a:fld>
            <a:endParaRPr lang="en-US" dirty="0"/>
          </a:p>
        </p:txBody>
      </p:sp>
    </p:spTree>
    <p:extLst>
      <p:ext uri="{BB962C8B-B14F-4D97-AF65-F5344CB8AC3E}">
        <p14:creationId xmlns:p14="http://schemas.microsoft.com/office/powerpoint/2010/main" val="1351029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 Shie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F79F4-9B84-184C-8BB3-7A38D9094590}"/>
              </a:ext>
            </a:extLst>
          </p:cNvPr>
          <p:cNvSpPr>
            <a:spLocks noGrp="1"/>
          </p:cNvSpPr>
          <p:nvPr>
            <p:ph type="title" hasCustomPrompt="1"/>
          </p:nvPr>
        </p:nvSpPr>
        <p:spPr>
          <a:xfrm>
            <a:off x="822960" y="365760"/>
            <a:ext cx="10204174" cy="877266"/>
          </a:xfrm>
          <a:prstGeom prst="rect">
            <a:avLst/>
          </a:prstGeom>
        </p:spPr>
        <p:txBody>
          <a:bodyPr/>
          <a:lstStyle/>
          <a:p>
            <a:r>
              <a:rPr lang="en-US" dirty="0"/>
              <a:t>Title – Arial Bold 40 </a:t>
            </a:r>
            <a:r>
              <a:rPr lang="en-US" dirty="0" err="1"/>
              <a:t>pt</a:t>
            </a:r>
            <a:endParaRPr lang="en-US" dirty="0"/>
          </a:p>
        </p:txBody>
      </p:sp>
      <p:pic>
        <p:nvPicPr>
          <p:cNvPr id="18" name="Picture 17">
            <a:extLst>
              <a:ext uri="{FF2B5EF4-FFF2-40B4-BE49-F238E27FC236}">
                <a16:creationId xmlns:a16="http://schemas.microsoft.com/office/drawing/2014/main" id="{E81EA6F9-9853-994E-9691-56DDAEFB6460}"/>
              </a:ext>
            </a:extLst>
          </p:cNvPr>
          <p:cNvPicPr>
            <a:picLocks noChangeAspect="1"/>
          </p:cNvPicPr>
          <p:nvPr userDrawn="1"/>
        </p:nvPicPr>
        <p:blipFill rotWithShape="1">
          <a:blip r:embed="rId2" cstate="screen">
            <a:alphaModFix amt="5000"/>
            <a:extLst>
              <a:ext uri="{28A0092B-C50C-407E-A947-70E740481C1C}">
                <a14:useLocalDpi xmlns:a14="http://schemas.microsoft.com/office/drawing/2010/main"/>
              </a:ext>
            </a:extLst>
          </a:blip>
          <a:srcRect l="-1031" r="15894"/>
          <a:stretch/>
        </p:blipFill>
        <p:spPr>
          <a:xfrm>
            <a:off x="7285343" y="344765"/>
            <a:ext cx="4906657" cy="5763142"/>
          </a:xfrm>
          <a:prstGeom prst="rect">
            <a:avLst/>
          </a:prstGeom>
        </p:spPr>
      </p:pic>
      <p:sp>
        <p:nvSpPr>
          <p:cNvPr id="3" name="Slide Number Placeholder 2">
            <a:extLst>
              <a:ext uri="{FF2B5EF4-FFF2-40B4-BE49-F238E27FC236}">
                <a16:creationId xmlns:a16="http://schemas.microsoft.com/office/drawing/2014/main" id="{B956321F-BCFD-A544-9480-FBBD0CC0E9BE}"/>
              </a:ext>
            </a:extLst>
          </p:cNvPr>
          <p:cNvSpPr>
            <a:spLocks noGrp="1"/>
          </p:cNvSpPr>
          <p:nvPr>
            <p:ph type="sldNum" sz="quarter" idx="10"/>
          </p:nvPr>
        </p:nvSpPr>
        <p:spPr/>
        <p:txBody>
          <a:bodyPr/>
          <a:lstStyle/>
          <a:p>
            <a:fld id="{0E109EA1-A30D-9743-9DCC-41793B4C74E6}" type="slidenum">
              <a:rPr lang="en-US" smtClean="0"/>
              <a:pPr/>
              <a:t>‹#›</a:t>
            </a:fld>
            <a:endParaRPr lang="en-US" dirty="0"/>
          </a:p>
        </p:txBody>
      </p:sp>
    </p:spTree>
    <p:extLst>
      <p:ext uri="{BB962C8B-B14F-4D97-AF65-F5344CB8AC3E}">
        <p14:creationId xmlns:p14="http://schemas.microsoft.com/office/powerpoint/2010/main" val="2112578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 Photo 1a">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D4E78E-54F4-B74E-BD7C-42C09A3F07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4" name="Rectangle 3">
            <a:extLst>
              <a:ext uri="{FF2B5EF4-FFF2-40B4-BE49-F238E27FC236}">
                <a16:creationId xmlns:a16="http://schemas.microsoft.com/office/drawing/2014/main" id="{3DE20A9E-C9C7-6648-8725-58BBBF5B228A}"/>
              </a:ext>
            </a:extLst>
          </p:cNvPr>
          <p:cNvSpPr/>
          <p:nvPr userDrawn="1"/>
        </p:nvSpPr>
        <p:spPr>
          <a:xfrm>
            <a:off x="6894747" y="-1"/>
            <a:ext cx="3854501" cy="6858001"/>
          </a:xfrm>
          <a:prstGeom prst="rect">
            <a:avLst/>
          </a:prstGeom>
          <a:solidFill>
            <a:schemeClr val="tx1">
              <a:alpha val="8471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EFD34-7800-5E4E-9B46-38E6B57B419B}"/>
              </a:ext>
            </a:extLst>
          </p:cNvPr>
          <p:cNvSpPr>
            <a:spLocks noGrp="1"/>
          </p:cNvSpPr>
          <p:nvPr>
            <p:ph type="ctrTitle" hasCustomPrompt="1"/>
          </p:nvPr>
        </p:nvSpPr>
        <p:spPr>
          <a:xfrm>
            <a:off x="6894747" y="1478087"/>
            <a:ext cx="3854501" cy="1709530"/>
          </a:xfrm>
          <a:prstGeom prst="rect">
            <a:avLst/>
          </a:prstGeom>
        </p:spPr>
        <p:txBody>
          <a:bodyPr anchor="b">
            <a:normAutofit/>
          </a:bodyPr>
          <a:lstStyle>
            <a:lvl1pPr algn="ctr">
              <a:defRPr sz="4800">
                <a:solidFill>
                  <a:schemeClr val="bg1"/>
                </a:solidFill>
              </a:defRPr>
            </a:lvl1pPr>
          </a:lstStyle>
          <a:p>
            <a:r>
              <a:rPr lang="en-US" dirty="0"/>
              <a:t>Section </a:t>
            </a:r>
            <a:br>
              <a:rPr lang="en-US" dirty="0"/>
            </a:br>
            <a:r>
              <a:rPr lang="en-US" dirty="0"/>
              <a:t>Title 1a</a:t>
            </a:r>
          </a:p>
        </p:txBody>
      </p:sp>
      <p:sp>
        <p:nvSpPr>
          <p:cNvPr id="3" name="Subtitle 2">
            <a:extLst>
              <a:ext uri="{FF2B5EF4-FFF2-40B4-BE49-F238E27FC236}">
                <a16:creationId xmlns:a16="http://schemas.microsoft.com/office/drawing/2014/main" id="{41F93A90-7195-814E-97E8-1976EDCAF7EB}"/>
              </a:ext>
            </a:extLst>
          </p:cNvPr>
          <p:cNvSpPr>
            <a:spLocks noGrp="1"/>
          </p:cNvSpPr>
          <p:nvPr>
            <p:ph type="subTitle" idx="1" hasCustomPrompt="1"/>
          </p:nvPr>
        </p:nvSpPr>
        <p:spPr>
          <a:xfrm>
            <a:off x="6925638" y="3448819"/>
            <a:ext cx="3792718" cy="502347"/>
          </a:xfrm>
          <a:prstGeom prst="rect">
            <a:avLst/>
          </a:prstGeom>
        </p:spPr>
        <p:txBody>
          <a:bodyPr>
            <a:noAutofit/>
          </a:bodyPr>
          <a:lstStyle>
            <a:lvl1pPr marL="0" indent="0" algn="ctr">
              <a:buNone/>
              <a:defRPr sz="1500" cap="all" spc="2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goes here, preferably all caps</a:t>
            </a:r>
          </a:p>
        </p:txBody>
      </p:sp>
      <p:cxnSp>
        <p:nvCxnSpPr>
          <p:cNvPr id="7" name="Straight Connector 6">
            <a:extLst>
              <a:ext uri="{FF2B5EF4-FFF2-40B4-BE49-F238E27FC236}">
                <a16:creationId xmlns:a16="http://schemas.microsoft.com/office/drawing/2014/main" id="{DA6E8608-5552-7D40-B504-15EE9897A2F2}"/>
              </a:ext>
            </a:extLst>
          </p:cNvPr>
          <p:cNvCxnSpPr>
            <a:cxnSpLocks/>
          </p:cNvCxnSpPr>
          <p:nvPr userDrawn="1"/>
        </p:nvCxnSpPr>
        <p:spPr>
          <a:xfrm>
            <a:off x="7317023" y="3289856"/>
            <a:ext cx="30099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257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 Photo 1b">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D4E78E-54F4-B74E-BD7C-42C09A3F07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4" name="Rectangle 3">
            <a:extLst>
              <a:ext uri="{FF2B5EF4-FFF2-40B4-BE49-F238E27FC236}">
                <a16:creationId xmlns:a16="http://schemas.microsoft.com/office/drawing/2014/main" id="{3DE20A9E-C9C7-6648-8725-58BBBF5B228A}"/>
              </a:ext>
            </a:extLst>
          </p:cNvPr>
          <p:cNvSpPr/>
          <p:nvPr userDrawn="1"/>
        </p:nvSpPr>
        <p:spPr>
          <a:xfrm>
            <a:off x="1603219" y="-1"/>
            <a:ext cx="3854501" cy="6858001"/>
          </a:xfrm>
          <a:prstGeom prst="rect">
            <a:avLst/>
          </a:prstGeom>
          <a:solidFill>
            <a:schemeClr val="tx1">
              <a:alpha val="84715"/>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EFD34-7800-5E4E-9B46-38E6B57B419B}"/>
              </a:ext>
            </a:extLst>
          </p:cNvPr>
          <p:cNvSpPr>
            <a:spLocks noGrp="1"/>
          </p:cNvSpPr>
          <p:nvPr>
            <p:ph type="ctrTitle" hasCustomPrompt="1"/>
          </p:nvPr>
        </p:nvSpPr>
        <p:spPr>
          <a:xfrm>
            <a:off x="1603219" y="1478087"/>
            <a:ext cx="3854501" cy="1709530"/>
          </a:xfrm>
          <a:prstGeom prst="rect">
            <a:avLst/>
          </a:prstGeom>
        </p:spPr>
        <p:txBody>
          <a:bodyPr anchor="b">
            <a:normAutofit/>
          </a:bodyPr>
          <a:lstStyle>
            <a:lvl1pPr algn="ctr">
              <a:defRPr sz="4800">
                <a:solidFill>
                  <a:schemeClr val="bg1"/>
                </a:solidFill>
              </a:defRPr>
            </a:lvl1pPr>
          </a:lstStyle>
          <a:p>
            <a:r>
              <a:rPr lang="en-US" dirty="0"/>
              <a:t>Section </a:t>
            </a:r>
            <a:br>
              <a:rPr lang="en-US" dirty="0"/>
            </a:br>
            <a:r>
              <a:rPr lang="en-US" dirty="0"/>
              <a:t>Title 1b</a:t>
            </a:r>
          </a:p>
        </p:txBody>
      </p:sp>
      <p:sp>
        <p:nvSpPr>
          <p:cNvPr id="3" name="Subtitle 2">
            <a:extLst>
              <a:ext uri="{FF2B5EF4-FFF2-40B4-BE49-F238E27FC236}">
                <a16:creationId xmlns:a16="http://schemas.microsoft.com/office/drawing/2014/main" id="{41F93A90-7195-814E-97E8-1976EDCAF7EB}"/>
              </a:ext>
            </a:extLst>
          </p:cNvPr>
          <p:cNvSpPr>
            <a:spLocks noGrp="1"/>
          </p:cNvSpPr>
          <p:nvPr>
            <p:ph type="subTitle" idx="1" hasCustomPrompt="1"/>
          </p:nvPr>
        </p:nvSpPr>
        <p:spPr>
          <a:xfrm>
            <a:off x="1634110" y="3448819"/>
            <a:ext cx="3792718" cy="502347"/>
          </a:xfrm>
          <a:prstGeom prst="rect">
            <a:avLst/>
          </a:prstGeom>
        </p:spPr>
        <p:txBody>
          <a:bodyPr>
            <a:noAutofit/>
          </a:bodyPr>
          <a:lstStyle>
            <a:lvl1pPr marL="0" indent="0" algn="ctr">
              <a:buNone/>
              <a:defRPr sz="1500" cap="all" spc="200" baseline="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goes here, preferably all caps</a:t>
            </a:r>
          </a:p>
        </p:txBody>
      </p:sp>
      <p:cxnSp>
        <p:nvCxnSpPr>
          <p:cNvPr id="7" name="Straight Connector 6">
            <a:extLst>
              <a:ext uri="{FF2B5EF4-FFF2-40B4-BE49-F238E27FC236}">
                <a16:creationId xmlns:a16="http://schemas.microsoft.com/office/drawing/2014/main" id="{DA6E8608-5552-7D40-B504-15EE9897A2F2}"/>
              </a:ext>
            </a:extLst>
          </p:cNvPr>
          <p:cNvCxnSpPr>
            <a:cxnSpLocks/>
          </p:cNvCxnSpPr>
          <p:nvPr userDrawn="1"/>
        </p:nvCxnSpPr>
        <p:spPr>
          <a:xfrm>
            <a:off x="2025495" y="3289856"/>
            <a:ext cx="30099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33421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 Photo 2a">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D4E78E-54F4-B74E-BD7C-42C09A3F07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1"/>
          </a:xfrm>
          <a:prstGeom prst="rect">
            <a:avLst/>
          </a:prstGeom>
        </p:spPr>
      </p:pic>
      <p:sp>
        <p:nvSpPr>
          <p:cNvPr id="4" name="Rectangle 3">
            <a:extLst>
              <a:ext uri="{FF2B5EF4-FFF2-40B4-BE49-F238E27FC236}">
                <a16:creationId xmlns:a16="http://schemas.microsoft.com/office/drawing/2014/main" id="{3DE20A9E-C9C7-6648-8725-58BBBF5B228A}"/>
              </a:ext>
            </a:extLst>
          </p:cNvPr>
          <p:cNvSpPr/>
          <p:nvPr userDrawn="1"/>
        </p:nvSpPr>
        <p:spPr>
          <a:xfrm>
            <a:off x="5250730" y="2387177"/>
            <a:ext cx="6941270" cy="2083646"/>
          </a:xfrm>
          <a:prstGeom prst="rect">
            <a:avLst/>
          </a:pr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5EFD34-7800-5E4E-9B46-38E6B57B419B}"/>
              </a:ext>
            </a:extLst>
          </p:cNvPr>
          <p:cNvSpPr>
            <a:spLocks noGrp="1"/>
          </p:cNvSpPr>
          <p:nvPr>
            <p:ph type="ctrTitle" hasCustomPrompt="1"/>
          </p:nvPr>
        </p:nvSpPr>
        <p:spPr>
          <a:xfrm>
            <a:off x="5712642" y="2733853"/>
            <a:ext cx="5637229" cy="706660"/>
          </a:xfrm>
          <a:prstGeom prst="rect">
            <a:avLst/>
          </a:prstGeom>
        </p:spPr>
        <p:txBody>
          <a:bodyPr anchor="b">
            <a:noAutofit/>
          </a:bodyPr>
          <a:lstStyle>
            <a:lvl1pPr algn="ctr">
              <a:defRPr sz="4800">
                <a:solidFill>
                  <a:schemeClr val="bg1"/>
                </a:solidFill>
              </a:defRPr>
            </a:lvl1pPr>
          </a:lstStyle>
          <a:p>
            <a:r>
              <a:rPr lang="en-US" dirty="0"/>
              <a:t>Section Title 2a</a:t>
            </a:r>
          </a:p>
        </p:txBody>
      </p:sp>
      <p:sp>
        <p:nvSpPr>
          <p:cNvPr id="3" name="Subtitle 2">
            <a:extLst>
              <a:ext uri="{FF2B5EF4-FFF2-40B4-BE49-F238E27FC236}">
                <a16:creationId xmlns:a16="http://schemas.microsoft.com/office/drawing/2014/main" id="{41F93A90-7195-814E-97E8-1976EDCAF7EB}"/>
              </a:ext>
            </a:extLst>
          </p:cNvPr>
          <p:cNvSpPr>
            <a:spLocks noGrp="1"/>
          </p:cNvSpPr>
          <p:nvPr>
            <p:ph type="subTitle" idx="1" hasCustomPrompt="1"/>
          </p:nvPr>
        </p:nvSpPr>
        <p:spPr>
          <a:xfrm>
            <a:off x="5547671" y="3820051"/>
            <a:ext cx="5967169" cy="302684"/>
          </a:xfrm>
          <a:prstGeom prst="rect">
            <a:avLst/>
          </a:prstGeom>
        </p:spPr>
        <p:txBody>
          <a:bodyPr/>
          <a:lstStyle>
            <a:lvl1pPr marL="0" indent="0" algn="ctr">
              <a:buNone/>
              <a:defRPr sz="1600" cap="all" spc="200" baseline="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goes here, preferably all caps</a:t>
            </a:r>
          </a:p>
        </p:txBody>
      </p:sp>
      <p:cxnSp>
        <p:nvCxnSpPr>
          <p:cNvPr id="7" name="Straight Connector 6">
            <a:extLst>
              <a:ext uri="{FF2B5EF4-FFF2-40B4-BE49-F238E27FC236}">
                <a16:creationId xmlns:a16="http://schemas.microsoft.com/office/drawing/2014/main" id="{DA6E8608-5552-7D40-B504-15EE9897A2F2}"/>
              </a:ext>
            </a:extLst>
          </p:cNvPr>
          <p:cNvCxnSpPr>
            <a:cxnSpLocks/>
          </p:cNvCxnSpPr>
          <p:nvPr userDrawn="1"/>
        </p:nvCxnSpPr>
        <p:spPr>
          <a:xfrm>
            <a:off x="6493974" y="3600669"/>
            <a:ext cx="391431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61117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Section Header - Photo 2b">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6D4E78E-54F4-B74E-BD7C-42C09A3F07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1"/>
            <a:ext cx="12192000" cy="6858002"/>
          </a:xfrm>
          <a:prstGeom prst="rect">
            <a:avLst/>
          </a:prstGeom>
        </p:spPr>
      </p:pic>
      <p:sp>
        <p:nvSpPr>
          <p:cNvPr id="4" name="Rectangle 3">
            <a:extLst>
              <a:ext uri="{FF2B5EF4-FFF2-40B4-BE49-F238E27FC236}">
                <a16:creationId xmlns:a16="http://schemas.microsoft.com/office/drawing/2014/main" id="{3DE20A9E-C9C7-6648-8725-58BBBF5B228A}"/>
              </a:ext>
            </a:extLst>
          </p:cNvPr>
          <p:cNvSpPr/>
          <p:nvPr userDrawn="1"/>
        </p:nvSpPr>
        <p:spPr>
          <a:xfrm>
            <a:off x="5250730" y="2387177"/>
            <a:ext cx="6941270" cy="2083646"/>
          </a:xfrm>
          <a:prstGeom prst="rect">
            <a:avLst/>
          </a:prstGeom>
          <a:solidFill>
            <a:schemeClr val="tx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5EFD34-7800-5E4E-9B46-38E6B57B419B}"/>
              </a:ext>
            </a:extLst>
          </p:cNvPr>
          <p:cNvSpPr>
            <a:spLocks noGrp="1"/>
          </p:cNvSpPr>
          <p:nvPr>
            <p:ph type="ctrTitle" hasCustomPrompt="1"/>
          </p:nvPr>
        </p:nvSpPr>
        <p:spPr>
          <a:xfrm>
            <a:off x="5712642" y="2733853"/>
            <a:ext cx="5637229" cy="706660"/>
          </a:xfrm>
          <a:prstGeom prst="rect">
            <a:avLst/>
          </a:prstGeom>
        </p:spPr>
        <p:txBody>
          <a:bodyPr anchor="b">
            <a:noAutofit/>
          </a:bodyPr>
          <a:lstStyle>
            <a:lvl1pPr algn="ctr">
              <a:defRPr sz="4800">
                <a:solidFill>
                  <a:schemeClr val="bg1"/>
                </a:solidFill>
              </a:defRPr>
            </a:lvl1pPr>
          </a:lstStyle>
          <a:p>
            <a:r>
              <a:rPr lang="en-US" dirty="0"/>
              <a:t>Section Title 2b</a:t>
            </a:r>
          </a:p>
        </p:txBody>
      </p:sp>
      <p:sp>
        <p:nvSpPr>
          <p:cNvPr id="3" name="Subtitle 2">
            <a:extLst>
              <a:ext uri="{FF2B5EF4-FFF2-40B4-BE49-F238E27FC236}">
                <a16:creationId xmlns:a16="http://schemas.microsoft.com/office/drawing/2014/main" id="{41F93A90-7195-814E-97E8-1976EDCAF7EB}"/>
              </a:ext>
            </a:extLst>
          </p:cNvPr>
          <p:cNvSpPr>
            <a:spLocks noGrp="1"/>
          </p:cNvSpPr>
          <p:nvPr>
            <p:ph type="subTitle" idx="1" hasCustomPrompt="1"/>
          </p:nvPr>
        </p:nvSpPr>
        <p:spPr>
          <a:xfrm>
            <a:off x="5547671" y="3820051"/>
            <a:ext cx="5967169" cy="302684"/>
          </a:xfrm>
          <a:prstGeom prst="rect">
            <a:avLst/>
          </a:prstGeom>
        </p:spPr>
        <p:txBody>
          <a:bodyPr/>
          <a:lstStyle>
            <a:lvl1pPr marL="0" indent="0" algn="ctr">
              <a:buNone/>
              <a:defRPr sz="1600" cap="all" spc="200" baseline="0">
                <a:solidFill>
                  <a:schemeClr val="bg1"/>
                </a:solidFill>
                <a:latin typeface="Nunito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goes here, preferably all caps</a:t>
            </a:r>
          </a:p>
        </p:txBody>
      </p:sp>
      <p:cxnSp>
        <p:nvCxnSpPr>
          <p:cNvPr id="7" name="Straight Connector 6">
            <a:extLst>
              <a:ext uri="{FF2B5EF4-FFF2-40B4-BE49-F238E27FC236}">
                <a16:creationId xmlns:a16="http://schemas.microsoft.com/office/drawing/2014/main" id="{DA6E8608-5552-7D40-B504-15EE9897A2F2}"/>
              </a:ext>
            </a:extLst>
          </p:cNvPr>
          <p:cNvCxnSpPr>
            <a:cxnSpLocks/>
          </p:cNvCxnSpPr>
          <p:nvPr userDrawn="1"/>
        </p:nvCxnSpPr>
        <p:spPr>
          <a:xfrm>
            <a:off x="6493974" y="3600669"/>
            <a:ext cx="391431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9515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7BBD74F-7B47-B54E-B53C-498ADC112666}"/>
              </a:ext>
            </a:extLst>
          </p:cNvPr>
          <p:cNvSpPr/>
          <p:nvPr userDrawn="1"/>
        </p:nvSpPr>
        <p:spPr>
          <a:xfrm>
            <a:off x="0" y="6176963"/>
            <a:ext cx="12192000" cy="6810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9615A8F3-B2CF-C645-AA8E-4D2F7A4B6561}"/>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0" anchor="ctr"/>
          <a:lstStyle>
            <a:lvl1pPr algn="l">
              <a:defRPr sz="1000" b="0" i="0" baseline="0">
                <a:solidFill>
                  <a:schemeClr val="bg1">
                    <a:lumMod val="50000"/>
                  </a:schemeClr>
                </a:solidFill>
                <a:latin typeface="Arial" panose="020B0604020202020204" pitchFamily="34" charset="0"/>
                <a:cs typeface="Arial" panose="020B0604020202020204" pitchFamily="34" charset="0"/>
              </a:defRPr>
            </a:lvl1pPr>
          </a:lstStyle>
          <a:p>
            <a:fld id="{0E109EA1-A30D-9743-9DCC-41793B4C74E6}" type="slidenum">
              <a:rPr lang="en-US" smtClean="0"/>
              <a:pPr/>
              <a:t>‹#›</a:t>
            </a:fld>
            <a:endParaRPr lang="en-US" dirty="0"/>
          </a:p>
        </p:txBody>
      </p:sp>
      <p:pic>
        <p:nvPicPr>
          <p:cNvPr id="16" name="Picture 15">
            <a:extLst>
              <a:ext uri="{FF2B5EF4-FFF2-40B4-BE49-F238E27FC236}">
                <a16:creationId xmlns:a16="http://schemas.microsoft.com/office/drawing/2014/main" id="{80B361CF-46BA-CC45-9442-12472E0807CB}"/>
              </a:ext>
            </a:extLst>
          </p:cNvPr>
          <p:cNvPicPr>
            <a:picLocks noChangeAspect="1"/>
          </p:cNvPicPr>
          <p:nvPr userDrawn="1"/>
        </p:nvPicPr>
        <p:blipFill>
          <a:blip r:embed="rId15" cstate="screen">
            <a:extLst>
              <a:ext uri="{28A0092B-C50C-407E-A947-70E740481C1C}">
                <a14:useLocalDpi xmlns:a14="http://schemas.microsoft.com/office/drawing/2010/main"/>
              </a:ext>
            </a:extLst>
          </a:blip>
          <a:stretch>
            <a:fillRect/>
          </a:stretch>
        </p:blipFill>
        <p:spPr>
          <a:xfrm>
            <a:off x="8042381" y="6355765"/>
            <a:ext cx="2024974" cy="335168"/>
          </a:xfrm>
          <a:prstGeom prst="rect">
            <a:avLst/>
          </a:prstGeom>
        </p:spPr>
      </p:pic>
      <p:cxnSp>
        <p:nvCxnSpPr>
          <p:cNvPr id="17" name="Straight Connector 16">
            <a:extLst>
              <a:ext uri="{FF2B5EF4-FFF2-40B4-BE49-F238E27FC236}">
                <a16:creationId xmlns:a16="http://schemas.microsoft.com/office/drawing/2014/main" id="{4B126E66-B8E5-0645-84E7-4016D9391A29}"/>
              </a:ext>
            </a:extLst>
          </p:cNvPr>
          <p:cNvCxnSpPr/>
          <p:nvPr userDrawn="1"/>
        </p:nvCxnSpPr>
        <p:spPr>
          <a:xfrm>
            <a:off x="0" y="6179237"/>
            <a:ext cx="12192000" cy="0"/>
          </a:xfrm>
          <a:prstGeom prst="line">
            <a:avLst/>
          </a:prstGeom>
          <a:ln w="9525">
            <a:solidFill>
              <a:srgbClr val="9E7E38"/>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7CBF91-3D9D-5744-BE72-E29313CE4B99}"/>
              </a:ext>
            </a:extLst>
          </p:cNvPr>
          <p:cNvSpPr txBox="1"/>
          <p:nvPr userDrawn="1"/>
        </p:nvSpPr>
        <p:spPr>
          <a:xfrm>
            <a:off x="10314072" y="6368238"/>
            <a:ext cx="125660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bg1">
                    <a:lumMod val="50000"/>
                  </a:schemeClr>
                </a:solidFill>
                <a:effectLst/>
                <a:latin typeface="Arial" panose="020B0604020202020204" pitchFamily="34" charset="0"/>
                <a:ea typeface="+mn-ea"/>
                <a:cs typeface="Arial" panose="020B0604020202020204" pitchFamily="34" charset="0"/>
              </a:rPr>
              <a:t>The academic core of Atrium Health</a:t>
            </a:r>
          </a:p>
        </p:txBody>
      </p:sp>
      <p:cxnSp>
        <p:nvCxnSpPr>
          <p:cNvPr id="4" name="Straight Connector 3">
            <a:extLst>
              <a:ext uri="{FF2B5EF4-FFF2-40B4-BE49-F238E27FC236}">
                <a16:creationId xmlns:a16="http://schemas.microsoft.com/office/drawing/2014/main" id="{86F45DA8-F4E0-A940-87D6-72934959BB43}"/>
              </a:ext>
            </a:extLst>
          </p:cNvPr>
          <p:cNvCxnSpPr>
            <a:cxnSpLocks/>
          </p:cNvCxnSpPr>
          <p:nvPr userDrawn="1"/>
        </p:nvCxnSpPr>
        <p:spPr>
          <a:xfrm>
            <a:off x="10249623" y="6382146"/>
            <a:ext cx="0" cy="322695"/>
          </a:xfrm>
          <a:prstGeom prst="line">
            <a:avLst/>
          </a:prstGeom>
          <a:ln w="9525"/>
        </p:spPr>
        <p:style>
          <a:lnRef idx="1">
            <a:schemeClr val="dk1"/>
          </a:lnRef>
          <a:fillRef idx="0">
            <a:schemeClr val="dk1"/>
          </a:fillRef>
          <a:effectRef idx="0">
            <a:schemeClr val="dk1"/>
          </a:effectRef>
          <a:fontRef idx="minor">
            <a:schemeClr val="tx1"/>
          </a:fontRef>
        </p:style>
      </p:cxnSp>
      <p:pic>
        <p:nvPicPr>
          <p:cNvPr id="10" name="Picture 9"/>
          <p:cNvPicPr>
            <a:picLocks noChangeAspect="1"/>
          </p:cNvPicPr>
          <p:nvPr userDrawn="1"/>
        </p:nvPicPr>
        <p:blipFill>
          <a:blip r:embed="rId16"/>
          <a:stretch>
            <a:fillRect/>
          </a:stretch>
        </p:blipFill>
        <p:spPr>
          <a:xfrm>
            <a:off x="-91977" y="-85649"/>
            <a:ext cx="12375953" cy="7029297"/>
          </a:xfrm>
          <a:prstGeom prst="rect">
            <a:avLst/>
          </a:prstGeom>
          <a:solidFill>
            <a:schemeClr val="bg1">
              <a:alpha val="0"/>
            </a:schemeClr>
          </a:solidFill>
        </p:spPr>
      </p:pic>
      <p:sp>
        <p:nvSpPr>
          <p:cNvPr id="9" name="Title Placeholder 1">
            <a:extLst>
              <a:ext uri="{FF2B5EF4-FFF2-40B4-BE49-F238E27FC236}">
                <a16:creationId xmlns:a16="http://schemas.microsoft.com/office/drawing/2014/main" id="{0AC5FA14-28EB-EC48-A23B-53FA6634936B}"/>
              </a:ext>
            </a:extLst>
          </p:cNvPr>
          <p:cNvSpPr>
            <a:spLocks noGrp="1"/>
          </p:cNvSpPr>
          <p:nvPr>
            <p:ph type="title"/>
          </p:nvPr>
        </p:nvSpPr>
        <p:spPr>
          <a:xfrm>
            <a:off x="822960" y="365760"/>
            <a:ext cx="10515600" cy="822960"/>
          </a:xfrm>
          <a:prstGeom prst="rect">
            <a:avLst/>
          </a:prstGeom>
        </p:spPr>
        <p:txBody>
          <a:bodyPr vert="horz" lIns="91440" tIns="45720" rIns="91440" bIns="45720" rtlCol="0" anchor="t" anchorCtr="0">
            <a:normAutofit/>
          </a:bodyPr>
          <a:lstStyle/>
          <a:p>
            <a:r>
              <a:rPr lang="en-US" dirty="0"/>
              <a:t>Title – Arial Bold 40pt</a:t>
            </a:r>
          </a:p>
        </p:txBody>
      </p:sp>
      <p:sp>
        <p:nvSpPr>
          <p:cNvPr id="11" name="Text Placeholder 2">
            <a:extLst>
              <a:ext uri="{FF2B5EF4-FFF2-40B4-BE49-F238E27FC236}">
                <a16:creationId xmlns:a16="http://schemas.microsoft.com/office/drawing/2014/main" id="{7982A3E0-C71D-634A-9871-F5B8FB720C8C}"/>
              </a:ext>
            </a:extLst>
          </p:cNvPr>
          <p:cNvSpPr>
            <a:spLocks noGrp="1"/>
          </p:cNvSpPr>
          <p:nvPr>
            <p:ph type="body" idx="1"/>
          </p:nvPr>
        </p:nvSpPr>
        <p:spPr>
          <a:xfrm>
            <a:off x="822960" y="1371600"/>
            <a:ext cx="10515600" cy="4389120"/>
          </a:xfrm>
          <a:prstGeom prst="rect">
            <a:avLst/>
          </a:prstGeom>
        </p:spPr>
        <p:txBody>
          <a:bodyPr vert="horz" lIns="91440" tIns="45720" rIns="91440" bIns="45720" rtlCol="0">
            <a:normAutofit/>
          </a:bodyPr>
          <a:lstStyle/>
          <a:p>
            <a:pPr marL="0" indent="0">
              <a:lnSpc>
                <a:spcPct val="70000"/>
              </a:lnSpc>
              <a:buNone/>
            </a:pPr>
            <a:r>
              <a:rPr lang="en-US" sz="2400" b="1" dirty="0"/>
              <a:t>Subhead, Arial Bold 24pt</a:t>
            </a:r>
          </a:p>
          <a:p>
            <a:pPr lvl="0"/>
            <a:r>
              <a:rPr lang="en-US" dirty="0"/>
              <a:t>Body copy text is Arial 20pt left justified. Body copy text is Arial 20pt left justified. Body copy text is Arial 20pt left justified. Body copy text is Arial 20pt left justified. Body copy text is Arial 20pt left justified.</a:t>
            </a:r>
          </a:p>
        </p:txBody>
      </p:sp>
    </p:spTree>
    <p:extLst>
      <p:ext uri="{BB962C8B-B14F-4D97-AF65-F5344CB8AC3E}">
        <p14:creationId xmlns:p14="http://schemas.microsoft.com/office/powerpoint/2010/main" val="1877498306"/>
      </p:ext>
    </p:extLst>
  </p:cSld>
  <p:clrMap bg1="lt1" tx1="dk1" bg2="lt2" tx2="dk2" accent1="accent1" accent2="accent2" accent3="accent3" accent4="accent4" accent5="accent5" accent6="accent6" hlink="hlink" folHlink="folHlink"/>
  <p:sldLayoutIdLst>
    <p:sldLayoutId id="2147483688" r:id="rId1"/>
    <p:sldLayoutId id="2147483692" r:id="rId2"/>
    <p:sldLayoutId id="2147483698" r:id="rId3"/>
    <p:sldLayoutId id="2147483690" r:id="rId4"/>
    <p:sldLayoutId id="2147483699" r:id="rId5"/>
    <p:sldLayoutId id="2147483700" r:id="rId6"/>
    <p:sldLayoutId id="2147483701" r:id="rId7"/>
    <p:sldLayoutId id="2147483693" r:id="rId8"/>
    <p:sldLayoutId id="2147483694" r:id="rId9"/>
    <p:sldLayoutId id="2147483696" r:id="rId10"/>
    <p:sldLayoutId id="2147483702" r:id="rId11"/>
    <p:sldLayoutId id="2147483697" r:id="rId12"/>
    <p:sldLayoutId id="2147483703" r:id="rId13"/>
  </p:sldLayoutIdLst>
  <p:hf hdr="0"/>
  <p:txStyles>
    <p:titleStyle>
      <a:lvl1pPr algn="l" defTabSz="914400" rtl="0" eaLnBrk="1" latinLnBrk="0" hangingPunct="1">
        <a:lnSpc>
          <a:spcPct val="90000"/>
        </a:lnSpc>
        <a:spcBef>
          <a:spcPct val="0"/>
        </a:spcBef>
        <a:buNone/>
        <a:defRPr sz="4000" b="1" kern="1200" baseline="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9E7E38"/>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9E7E38"/>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9E7E38"/>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9E7E38"/>
        </a:buClr>
        <a:buFont typeface="Arial" panose="020B0604020202020204" pitchFamily="34" charset="0"/>
        <a:buChar char="•"/>
        <a:defRPr sz="16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9E7E38"/>
        </a:buClr>
        <a:buFont typeface="Arial" panose="020B0604020202020204" pitchFamily="34" charset="0"/>
        <a:buChar char="•"/>
        <a:defRPr sz="14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0F2B7-A4EE-5847-8B25-B6EBCA52BE5D}"/>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4ACA42BD-2ECF-664D-8C98-22A8B6A1E4AE}"/>
              </a:ext>
            </a:extLst>
          </p:cNvPr>
          <p:cNvSpPr>
            <a:spLocks noGrp="1"/>
          </p:cNvSpPr>
          <p:nvPr>
            <p:ph type="subTitle" idx="1"/>
          </p:nvPr>
        </p:nvSpPr>
        <p:spPr>
          <a:xfrm>
            <a:off x="744672" y="3448819"/>
            <a:ext cx="4849756" cy="520507"/>
          </a:xfrm>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4201210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45447-CB39-597D-B784-B90DA52F7334}"/>
              </a:ext>
            </a:extLst>
          </p:cNvPr>
          <p:cNvSpPr>
            <a:spLocks noGrp="1"/>
          </p:cNvSpPr>
          <p:nvPr>
            <p:ph type="title"/>
          </p:nvPr>
        </p:nvSpPr>
        <p:spPr/>
        <p:txBody>
          <a:bodyPr/>
          <a:lstStyle/>
          <a:p>
            <a:r>
              <a:rPr lang="en-US" dirty="0"/>
              <a:t>Title - Arial Bold 40pt</a:t>
            </a:r>
          </a:p>
        </p:txBody>
      </p:sp>
      <p:sp>
        <p:nvSpPr>
          <p:cNvPr id="3" name="Content Placeholder 2">
            <a:extLst>
              <a:ext uri="{FF2B5EF4-FFF2-40B4-BE49-F238E27FC236}">
                <a16:creationId xmlns:a16="http://schemas.microsoft.com/office/drawing/2014/main" id="{163B5217-CE26-6E15-0619-480F16B5C5A0}"/>
              </a:ext>
            </a:extLst>
          </p:cNvPr>
          <p:cNvSpPr>
            <a:spLocks noGrp="1"/>
          </p:cNvSpPr>
          <p:nvPr>
            <p:ph idx="1"/>
          </p:nvPr>
        </p:nvSpPr>
        <p:spPr/>
        <p:txBody>
          <a:bodyPr/>
          <a:lstStyle/>
          <a:p>
            <a:pPr>
              <a:lnSpc>
                <a:spcPct val="70000"/>
              </a:lnSpc>
            </a:pPr>
            <a:r>
              <a:rPr lang="en-US" sz="2400" b="1" dirty="0"/>
              <a:t>Subhead, Arial Bold 24pt</a:t>
            </a:r>
          </a:p>
          <a:p>
            <a:r>
              <a:rPr lang="en-US" dirty="0"/>
              <a:t>Body copy text is Arial 20pt left justified. Body copy text is Arial 20pt left justified. Body copy text is Arial 20pt left justified. Body copy text is Arial 20pt left justified. Body copy text is Arial 20pt left justified. Body copy text is Arial 20pt left justified.</a:t>
            </a:r>
          </a:p>
          <a:p>
            <a:r>
              <a:rPr lang="en-US" dirty="0"/>
              <a:t>Body copy text is Arial 20pt left justified. Body copy text is Arial 20pt left justified. Body copy text is Arial 20pt left justified.</a:t>
            </a:r>
          </a:p>
          <a:p>
            <a:r>
              <a:rPr lang="en-US" dirty="0"/>
              <a:t>Body copy text is Arial 20pt left justified. Body copy text is Arial 20pt left justified. Body copy text is Arial 20pt left justified.</a:t>
            </a:r>
          </a:p>
          <a:p>
            <a:pPr lvl="0"/>
            <a:endParaRPr lang="en-US" dirty="0"/>
          </a:p>
          <a:p>
            <a:endParaRPr lang="en-US" dirty="0"/>
          </a:p>
        </p:txBody>
      </p:sp>
      <p:sp>
        <p:nvSpPr>
          <p:cNvPr id="4" name="Slide Number Placeholder 3">
            <a:extLst>
              <a:ext uri="{FF2B5EF4-FFF2-40B4-BE49-F238E27FC236}">
                <a16:creationId xmlns:a16="http://schemas.microsoft.com/office/drawing/2014/main" id="{13E75E4F-64AE-1D10-FB73-C0C80706EF25}"/>
              </a:ext>
            </a:extLst>
          </p:cNvPr>
          <p:cNvSpPr>
            <a:spLocks noGrp="1"/>
          </p:cNvSpPr>
          <p:nvPr>
            <p:ph type="sldNum" sz="quarter" idx="10"/>
          </p:nvPr>
        </p:nvSpPr>
        <p:spPr/>
        <p:txBody>
          <a:bodyPr/>
          <a:lstStyle/>
          <a:p>
            <a:fld id="{0E109EA1-A30D-9743-9DCC-41793B4C74E6}" type="slidenum">
              <a:rPr lang="en-US" smtClean="0"/>
              <a:pPr/>
              <a:t>2</a:t>
            </a:fld>
            <a:endParaRPr lang="en-US" dirty="0"/>
          </a:p>
        </p:txBody>
      </p:sp>
    </p:spTree>
    <p:extLst>
      <p:ext uri="{BB962C8B-B14F-4D97-AF65-F5344CB8AC3E}">
        <p14:creationId xmlns:p14="http://schemas.microsoft.com/office/powerpoint/2010/main" val="1954904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C10D1-B617-C251-4ED8-2F0182F7A371}"/>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344642BE-B22A-E835-7C1E-D83518219A1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5400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700F65-4C39-7246-9380-81922B540AEB}"/>
              </a:ext>
            </a:extLst>
          </p:cNvPr>
          <p:cNvSpPr>
            <a:spLocks noGrp="1"/>
          </p:cNvSpPr>
          <p:nvPr>
            <p:ph type="title"/>
          </p:nvPr>
        </p:nvSpPr>
        <p:spPr/>
        <p:txBody>
          <a:bodyPr>
            <a:normAutofit/>
          </a:bodyPr>
          <a:lstStyle/>
          <a:p>
            <a:r>
              <a:rPr lang="en-US" dirty="0"/>
              <a:t>Title - Arial Bold 40pt</a:t>
            </a:r>
            <a:endParaRPr lang="en-US" sz="4000" dirty="0"/>
          </a:p>
        </p:txBody>
      </p:sp>
      <p:sp>
        <p:nvSpPr>
          <p:cNvPr id="5" name="Content Placeholder 4">
            <a:extLst>
              <a:ext uri="{FF2B5EF4-FFF2-40B4-BE49-F238E27FC236}">
                <a16:creationId xmlns:a16="http://schemas.microsoft.com/office/drawing/2014/main" id="{BC367027-7F61-7846-8825-D1CF0136D1AD}"/>
              </a:ext>
            </a:extLst>
          </p:cNvPr>
          <p:cNvSpPr>
            <a:spLocks noGrp="1"/>
          </p:cNvSpPr>
          <p:nvPr>
            <p:ph sz="half" idx="1"/>
          </p:nvPr>
        </p:nvSpPr>
        <p:spPr/>
        <p:txBody>
          <a:bodyPr/>
          <a:lstStyle/>
          <a:p>
            <a:pPr marL="0" indent="0">
              <a:lnSpc>
                <a:spcPct val="70000"/>
              </a:lnSpc>
              <a:buNone/>
            </a:pPr>
            <a:r>
              <a:rPr lang="en-US" sz="2400" b="1" dirty="0"/>
              <a:t>Subhead, Arial Bold 24pt</a:t>
            </a:r>
          </a:p>
          <a:p>
            <a:pPr marL="342900" indent="-342900">
              <a:lnSpc>
                <a:spcPct val="100000"/>
              </a:lnSpc>
              <a:buSzPct val="110000"/>
            </a:pPr>
            <a:r>
              <a:rPr lang="en-US" sz="2000" dirty="0"/>
              <a:t>Use Two Column Content Slide</a:t>
            </a:r>
          </a:p>
          <a:p>
            <a:pPr marL="342900" indent="-342900">
              <a:lnSpc>
                <a:spcPct val="100000"/>
              </a:lnSpc>
              <a:buSzPct val="110000"/>
            </a:pPr>
            <a:r>
              <a:rPr lang="en-US" sz="2000" dirty="0"/>
              <a:t>Text is Arial at 20pt</a:t>
            </a:r>
          </a:p>
          <a:p>
            <a:pPr marL="342900" indent="-342900">
              <a:lnSpc>
                <a:spcPct val="100000"/>
              </a:lnSpc>
              <a:buSzPct val="110000"/>
            </a:pPr>
            <a:r>
              <a:rPr lang="en-US" sz="2000" dirty="0"/>
              <a:t>Character Spacing is Normal</a:t>
            </a:r>
          </a:p>
          <a:p>
            <a:pPr marL="342900" indent="-342900">
              <a:lnSpc>
                <a:spcPct val="100000"/>
              </a:lnSpc>
              <a:buSzPct val="110000"/>
            </a:pPr>
            <a:r>
              <a:rPr lang="en-US" sz="2000" dirty="0"/>
              <a:t>Gold Text Bullet</a:t>
            </a:r>
          </a:p>
          <a:p>
            <a:pPr marL="342900" indent="-342900">
              <a:lnSpc>
                <a:spcPct val="100000"/>
              </a:lnSpc>
              <a:buSzPct val="110000"/>
            </a:pPr>
            <a:r>
              <a:rPr lang="en-US" sz="2000" dirty="0"/>
              <a:t>Line Spacing is 1</a:t>
            </a:r>
          </a:p>
          <a:p>
            <a:pPr marL="342900" indent="-342900">
              <a:lnSpc>
                <a:spcPct val="100000"/>
              </a:lnSpc>
              <a:buSzPct val="110000"/>
            </a:pPr>
            <a:r>
              <a:rPr lang="en-US" sz="2000" dirty="0"/>
              <a:t>How to Treat Sub-Bullet Points</a:t>
            </a:r>
          </a:p>
          <a:p>
            <a:pPr lvl="1">
              <a:lnSpc>
                <a:spcPct val="100000"/>
              </a:lnSpc>
              <a:buSzPct val="110000"/>
            </a:pPr>
            <a:r>
              <a:rPr lang="en-US" sz="1600" dirty="0"/>
              <a:t>Sub-Bullet Indent once, Arial at 16pt </a:t>
            </a:r>
          </a:p>
          <a:p>
            <a:pPr lvl="1">
              <a:lnSpc>
                <a:spcPct val="100000"/>
              </a:lnSpc>
              <a:buSzPct val="110000"/>
            </a:pPr>
            <a:r>
              <a:rPr lang="en-US" sz="1600" dirty="0"/>
              <a:t>Sub-Bullet Indent once, Arial at 16pt </a:t>
            </a:r>
            <a:endParaRPr lang="en-US" sz="2000" dirty="0"/>
          </a:p>
          <a:p>
            <a:endParaRPr lang="en-US" dirty="0"/>
          </a:p>
          <a:p>
            <a:endParaRPr lang="en-US" dirty="0"/>
          </a:p>
          <a:p>
            <a:endParaRPr lang="en-US" dirty="0"/>
          </a:p>
        </p:txBody>
      </p:sp>
      <p:sp>
        <p:nvSpPr>
          <p:cNvPr id="8" name="Slide Number Placeholder 5">
            <a:extLst>
              <a:ext uri="{FF2B5EF4-FFF2-40B4-BE49-F238E27FC236}">
                <a16:creationId xmlns:a16="http://schemas.microsoft.com/office/drawing/2014/main" id="{4BBC5012-0DE0-B644-81DA-B22B929090B9}"/>
              </a:ext>
            </a:extLst>
          </p:cNvPr>
          <p:cNvSpPr>
            <a:spLocks noGrp="1"/>
          </p:cNvSpPr>
          <p:nvPr>
            <p:ph type="sldNum" sz="quarter" idx="10"/>
          </p:nvPr>
        </p:nvSpPr>
        <p:spPr/>
        <p:txBody>
          <a:bodyPr/>
          <a:lstStyle/>
          <a:p>
            <a:fld id="{C0E71194-ED9C-EC49-B087-B967FA8EDEED}" type="slidenum">
              <a:rPr lang="en-US" sz="1000" smtClean="0">
                <a:solidFill>
                  <a:schemeClr val="bg1">
                    <a:lumMod val="50000"/>
                  </a:schemeClr>
                </a:solidFill>
              </a:rPr>
              <a:t>4</a:t>
            </a:fld>
            <a:endParaRPr lang="en-US" sz="1000" dirty="0">
              <a:solidFill>
                <a:schemeClr val="bg1">
                  <a:lumMod val="50000"/>
                </a:schemeClr>
              </a:solidFill>
            </a:endParaRPr>
          </a:p>
        </p:txBody>
      </p:sp>
      <p:sp>
        <p:nvSpPr>
          <p:cNvPr id="10" name="Content Placeholder 9">
            <a:extLst>
              <a:ext uri="{FF2B5EF4-FFF2-40B4-BE49-F238E27FC236}">
                <a16:creationId xmlns:a16="http://schemas.microsoft.com/office/drawing/2014/main" id="{473B26D9-2BB4-D4A1-D211-E3F611F572AA}"/>
              </a:ext>
            </a:extLst>
          </p:cNvPr>
          <p:cNvSpPr>
            <a:spLocks noGrp="1"/>
          </p:cNvSpPr>
          <p:nvPr>
            <p:ph sz="half" idx="11"/>
          </p:nvPr>
        </p:nvSpPr>
        <p:spPr/>
        <p:txBody>
          <a:bodyPr/>
          <a:lstStyle/>
          <a:p>
            <a:endParaRPr lang="en-US"/>
          </a:p>
        </p:txBody>
      </p:sp>
      <p:pic>
        <p:nvPicPr>
          <p:cNvPr id="7" name="Content Placeholder 9">
            <a:extLst>
              <a:ext uri="{FF2B5EF4-FFF2-40B4-BE49-F238E27FC236}">
                <a16:creationId xmlns:a16="http://schemas.microsoft.com/office/drawing/2014/main" id="{32E100CD-AD76-7A46-94C1-3CFEB05BE1ED}"/>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570033" y="0"/>
            <a:ext cx="4621968" cy="6176963"/>
          </a:xfrm>
          <a:prstGeom prst="rect">
            <a:avLst/>
          </a:prstGeom>
        </p:spPr>
      </p:pic>
    </p:spTree>
    <p:extLst>
      <p:ext uri="{BB962C8B-B14F-4D97-AF65-F5344CB8AC3E}">
        <p14:creationId xmlns:p14="http://schemas.microsoft.com/office/powerpoint/2010/main" val="13545243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3223A2E-2CB7-6C7C-0735-24AD0916CBB6}"/>
              </a:ext>
            </a:extLst>
          </p:cNvPr>
          <p:cNvSpPr>
            <a:spLocks noGrp="1"/>
          </p:cNvSpPr>
          <p:nvPr>
            <p:ph type="title"/>
          </p:nvPr>
        </p:nvSpPr>
        <p:spPr/>
        <p:txBody>
          <a:bodyPr/>
          <a:lstStyle/>
          <a:p>
            <a:r>
              <a:rPr lang="en-US" dirty="0"/>
              <a:t>Title - Arial Bold 40pt</a:t>
            </a:r>
          </a:p>
        </p:txBody>
      </p:sp>
      <p:sp>
        <p:nvSpPr>
          <p:cNvPr id="4" name="Slide Number Placeholder 3">
            <a:extLst>
              <a:ext uri="{FF2B5EF4-FFF2-40B4-BE49-F238E27FC236}">
                <a16:creationId xmlns:a16="http://schemas.microsoft.com/office/drawing/2014/main" id="{21440848-03E9-3F98-33CE-C566DCB7E209}"/>
              </a:ext>
            </a:extLst>
          </p:cNvPr>
          <p:cNvSpPr>
            <a:spLocks noGrp="1"/>
          </p:cNvSpPr>
          <p:nvPr>
            <p:ph type="sldNum" sz="quarter" idx="10"/>
          </p:nvPr>
        </p:nvSpPr>
        <p:spPr/>
        <p:txBody>
          <a:bodyPr/>
          <a:lstStyle/>
          <a:p>
            <a:fld id="{0E109EA1-A30D-9743-9DCC-41793B4C74E6}" type="slidenum">
              <a:rPr lang="en-US" smtClean="0"/>
              <a:pPr/>
              <a:t>5</a:t>
            </a:fld>
            <a:endParaRPr lang="en-US" dirty="0"/>
          </a:p>
        </p:txBody>
      </p:sp>
      <p:pic>
        <p:nvPicPr>
          <p:cNvPr id="7" name="Content Placeholder 6">
            <a:extLst>
              <a:ext uri="{FF2B5EF4-FFF2-40B4-BE49-F238E27FC236}">
                <a16:creationId xmlns:a16="http://schemas.microsoft.com/office/drawing/2014/main" id="{7004FD71-046C-AE18-8CFA-91DA2BAE0BE8}"/>
              </a:ext>
            </a:extLst>
          </p:cNvPr>
          <p:cNvPicPr>
            <a:picLocks noGrp="1" noChangeAspect="1"/>
          </p:cNvPicPr>
          <p:nvPr>
            <p:ph sz="half" idx="11"/>
          </p:nvPr>
        </p:nvPicPr>
        <p:blipFill rotWithShape="1">
          <a:blip r:embed="rId2" cstate="screen">
            <a:extLst>
              <a:ext uri="{28A0092B-C50C-407E-A947-70E740481C1C}">
                <a14:useLocalDpi xmlns:a14="http://schemas.microsoft.com/office/drawing/2010/main"/>
              </a:ext>
            </a:extLst>
          </a:blip>
          <a:srcRect/>
          <a:stretch/>
        </p:blipFill>
        <p:spPr>
          <a:xfrm>
            <a:off x="7580088" y="0"/>
            <a:ext cx="4591500" cy="6177279"/>
          </a:xfrm>
        </p:spPr>
      </p:pic>
      <p:sp>
        <p:nvSpPr>
          <p:cNvPr id="9" name="Content Placeholder 8">
            <a:extLst>
              <a:ext uri="{FF2B5EF4-FFF2-40B4-BE49-F238E27FC236}">
                <a16:creationId xmlns:a16="http://schemas.microsoft.com/office/drawing/2014/main" id="{637B4960-D0E5-2175-C41A-60C9B4F3ECFA}"/>
              </a:ext>
            </a:extLst>
          </p:cNvPr>
          <p:cNvSpPr>
            <a:spLocks noGrp="1"/>
          </p:cNvSpPr>
          <p:nvPr>
            <p:ph sz="half" idx="1"/>
          </p:nvPr>
        </p:nvSpPr>
        <p:spPr/>
        <p:txBody>
          <a:bodyPr/>
          <a:lstStyle/>
          <a:p>
            <a:pPr marL="0">
              <a:lnSpc>
                <a:spcPct val="70000"/>
              </a:lnSpc>
            </a:pPr>
            <a:r>
              <a:rPr lang="en-US" sz="2400" b="1" dirty="0"/>
              <a:t>Subhead, Arial Bold 24pt</a:t>
            </a:r>
          </a:p>
          <a:p>
            <a:pPr lvl="0"/>
            <a:r>
              <a:rPr lang="en-US" dirty="0"/>
              <a:t>Body copy text is Arial 20pt left justified. Body copy text is Arial 20pt left justified. Body copy text is Arial 20pt left justified.</a:t>
            </a:r>
          </a:p>
          <a:p>
            <a:endParaRPr lang="en-US" dirty="0"/>
          </a:p>
        </p:txBody>
      </p:sp>
    </p:spTree>
    <p:extLst>
      <p:ext uri="{BB962C8B-B14F-4D97-AF65-F5344CB8AC3E}">
        <p14:creationId xmlns:p14="http://schemas.microsoft.com/office/powerpoint/2010/main" val="3859549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A3237-E650-7041-D351-3EB6983F90AB}"/>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E4221513-22E1-988C-25B2-444B25FF70A2}"/>
              </a:ext>
            </a:extLst>
          </p:cNvPr>
          <p:cNvSpPr>
            <a:spLocks noGrp="1"/>
          </p:cNvSpPr>
          <p:nvPr>
            <p:ph type="subTitle" idx="1"/>
          </p:nvPr>
        </p:nvSpPr>
        <p:spPr/>
        <p:txBody>
          <a:bodyPr>
            <a:normAutofit lnSpcReduction="10000"/>
          </a:bodyPr>
          <a:lstStyle/>
          <a:p>
            <a:endParaRPr lang="en-US"/>
          </a:p>
        </p:txBody>
      </p:sp>
    </p:spTree>
    <p:extLst>
      <p:ext uri="{BB962C8B-B14F-4D97-AF65-F5344CB8AC3E}">
        <p14:creationId xmlns:p14="http://schemas.microsoft.com/office/powerpoint/2010/main" val="627193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5367F-B0FC-55A1-BABA-C2B63572C6A4}"/>
              </a:ext>
            </a:extLst>
          </p:cNvPr>
          <p:cNvSpPr>
            <a:spLocks noGrp="1"/>
          </p:cNvSpPr>
          <p:nvPr>
            <p:ph type="title"/>
          </p:nvPr>
        </p:nvSpPr>
        <p:spPr/>
        <p:txBody>
          <a:bodyPr/>
          <a:lstStyle/>
          <a:p>
            <a:r>
              <a:rPr lang="en-US" dirty="0"/>
              <a:t>Title - Arial Bold 40pt</a:t>
            </a:r>
          </a:p>
        </p:txBody>
      </p:sp>
      <p:sp>
        <p:nvSpPr>
          <p:cNvPr id="3" name="Slide Number Placeholder 2">
            <a:extLst>
              <a:ext uri="{FF2B5EF4-FFF2-40B4-BE49-F238E27FC236}">
                <a16:creationId xmlns:a16="http://schemas.microsoft.com/office/drawing/2014/main" id="{EAB4CF6E-21A8-74FE-0B3D-02007929D9B8}"/>
              </a:ext>
            </a:extLst>
          </p:cNvPr>
          <p:cNvSpPr>
            <a:spLocks noGrp="1"/>
          </p:cNvSpPr>
          <p:nvPr>
            <p:ph type="sldNum" sz="quarter" idx="10"/>
          </p:nvPr>
        </p:nvSpPr>
        <p:spPr/>
        <p:txBody>
          <a:bodyPr/>
          <a:lstStyle/>
          <a:p>
            <a:fld id="{0E109EA1-A30D-9743-9DCC-41793B4C74E6}" type="slidenum">
              <a:rPr lang="en-US" smtClean="0"/>
              <a:pPr/>
              <a:t>7</a:t>
            </a:fld>
            <a:endParaRPr lang="en-US" dirty="0"/>
          </a:p>
        </p:txBody>
      </p:sp>
      <p:pic>
        <p:nvPicPr>
          <p:cNvPr id="7" name="Content Placeholder 6">
            <a:extLst>
              <a:ext uri="{FF2B5EF4-FFF2-40B4-BE49-F238E27FC236}">
                <a16:creationId xmlns:a16="http://schemas.microsoft.com/office/drawing/2014/main" id="{D69E3CB8-A46F-DE28-A74B-36127982421E}"/>
              </a:ext>
            </a:extLst>
          </p:cNvPr>
          <p:cNvPicPr>
            <a:picLocks noGrp="1" noChangeAspect="1"/>
          </p:cNvPicPr>
          <p:nvPr>
            <p:ph sz="half" idx="11"/>
          </p:nvPr>
        </p:nvPicPr>
        <p:blipFill rotWithShape="1">
          <a:blip r:embed="rId2" cstate="screen">
            <a:extLst>
              <a:ext uri="{28A0092B-C50C-407E-A947-70E740481C1C}">
                <a14:useLocalDpi xmlns:a14="http://schemas.microsoft.com/office/drawing/2010/main"/>
              </a:ext>
            </a:extLst>
          </a:blip>
          <a:srcRect/>
          <a:stretch/>
        </p:blipFill>
        <p:spPr>
          <a:xfrm>
            <a:off x="7570788" y="0"/>
            <a:ext cx="4610100" cy="6177280"/>
          </a:xfrm>
        </p:spPr>
      </p:pic>
      <p:sp>
        <p:nvSpPr>
          <p:cNvPr id="5" name="Content Placeholder 4">
            <a:extLst>
              <a:ext uri="{FF2B5EF4-FFF2-40B4-BE49-F238E27FC236}">
                <a16:creationId xmlns:a16="http://schemas.microsoft.com/office/drawing/2014/main" id="{EB8B2F96-857C-07D2-C973-1F71275B2825}"/>
              </a:ext>
            </a:extLst>
          </p:cNvPr>
          <p:cNvSpPr>
            <a:spLocks noGrp="1"/>
          </p:cNvSpPr>
          <p:nvPr>
            <p:ph sz="half" idx="1"/>
          </p:nvPr>
        </p:nvSpPr>
        <p:spPr/>
        <p:txBody>
          <a:bodyPr/>
          <a:lstStyle/>
          <a:p>
            <a:pPr marL="0">
              <a:lnSpc>
                <a:spcPct val="70000"/>
              </a:lnSpc>
            </a:pPr>
            <a:r>
              <a:rPr lang="en-US" sz="2400" b="1" dirty="0"/>
              <a:t>Subhead, Arial Bold 24pt</a:t>
            </a:r>
          </a:p>
          <a:p>
            <a:pPr lvl="0"/>
            <a:r>
              <a:rPr lang="en-US" dirty="0"/>
              <a:t>Body copy text is Arial 20pt left justified. Body copy text is Arial 20pt left justified. Body copy text is Arial 20pt left justified.</a:t>
            </a:r>
          </a:p>
          <a:p>
            <a:endParaRPr lang="en-US" dirty="0"/>
          </a:p>
        </p:txBody>
      </p:sp>
    </p:spTree>
    <p:extLst>
      <p:ext uri="{BB962C8B-B14F-4D97-AF65-F5344CB8AC3E}">
        <p14:creationId xmlns:p14="http://schemas.microsoft.com/office/powerpoint/2010/main" val="268214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3">
            <a:extLst>
              <a:ext uri="{FF2B5EF4-FFF2-40B4-BE49-F238E27FC236}">
                <a16:creationId xmlns:a16="http://schemas.microsoft.com/office/drawing/2014/main" id="{26E90FBA-3A30-9049-AB8E-FD4ECF865B12}"/>
              </a:ext>
            </a:extLst>
          </p:cNvPr>
          <p:cNvSpPr>
            <a:spLocks noGrp="1"/>
          </p:cNvSpPr>
          <p:nvPr>
            <p:ph type="title"/>
          </p:nvPr>
        </p:nvSpPr>
        <p:spPr/>
        <p:txBody>
          <a:bodyPr>
            <a:normAutofit/>
          </a:bodyPr>
          <a:lstStyle/>
          <a:p>
            <a:r>
              <a:rPr lang="en-US" dirty="0"/>
              <a:t>Title - Arial Bold 40pt</a:t>
            </a:r>
            <a:endParaRPr lang="en-US" sz="4000" dirty="0"/>
          </a:p>
        </p:txBody>
      </p:sp>
      <p:sp>
        <p:nvSpPr>
          <p:cNvPr id="3" name="Slide Number Placeholder 2">
            <a:extLst>
              <a:ext uri="{FF2B5EF4-FFF2-40B4-BE49-F238E27FC236}">
                <a16:creationId xmlns:a16="http://schemas.microsoft.com/office/drawing/2014/main" id="{E0DD5628-5A30-0842-B089-08A5DE3C08C6}"/>
              </a:ext>
            </a:extLst>
          </p:cNvPr>
          <p:cNvSpPr>
            <a:spLocks noGrp="1"/>
          </p:cNvSpPr>
          <p:nvPr>
            <p:ph type="sldNum" sz="quarter" idx="10"/>
          </p:nvPr>
        </p:nvSpPr>
        <p:spPr/>
        <p:txBody>
          <a:bodyPr/>
          <a:lstStyle/>
          <a:p>
            <a:fld id="{0E109EA1-A30D-9743-9DCC-41793B4C74E6}" type="slidenum">
              <a:rPr lang="en-US" smtClean="0"/>
              <a:pPr/>
              <a:t>8</a:t>
            </a:fld>
            <a:endParaRPr lang="en-US" dirty="0"/>
          </a:p>
        </p:txBody>
      </p:sp>
      <p:graphicFrame>
        <p:nvGraphicFramePr>
          <p:cNvPr id="15" name="Diagram 14">
            <a:extLst>
              <a:ext uri="{FF2B5EF4-FFF2-40B4-BE49-F238E27FC236}">
                <a16:creationId xmlns:a16="http://schemas.microsoft.com/office/drawing/2014/main" id="{6163F25A-BF29-4C45-A7AB-F4CE4B4E6B30}"/>
              </a:ext>
            </a:extLst>
          </p:cNvPr>
          <p:cNvGraphicFramePr/>
          <p:nvPr>
            <p:extLst>
              <p:ext uri="{D42A27DB-BD31-4B8C-83A1-F6EECF244321}">
                <p14:modId xmlns:p14="http://schemas.microsoft.com/office/powerpoint/2010/main" val="196133437"/>
              </p:ext>
            </p:extLst>
          </p:nvPr>
        </p:nvGraphicFramePr>
        <p:xfrm>
          <a:off x="-232925" y="1504270"/>
          <a:ext cx="7343082" cy="4290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6" name="Diagram 15">
            <a:extLst>
              <a:ext uri="{FF2B5EF4-FFF2-40B4-BE49-F238E27FC236}">
                <a16:creationId xmlns:a16="http://schemas.microsoft.com/office/drawing/2014/main" id="{648F5998-9FF9-874A-B9C8-1ABBCD150A6F}"/>
              </a:ext>
            </a:extLst>
          </p:cNvPr>
          <p:cNvGraphicFramePr/>
          <p:nvPr>
            <p:extLst>
              <p:ext uri="{D42A27DB-BD31-4B8C-83A1-F6EECF244321}">
                <p14:modId xmlns:p14="http://schemas.microsoft.com/office/powerpoint/2010/main" val="856521391"/>
              </p:ext>
            </p:extLst>
          </p:nvPr>
        </p:nvGraphicFramePr>
        <p:xfrm>
          <a:off x="5491601" y="1578117"/>
          <a:ext cx="6661567" cy="396426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TextBox 1">
            <a:extLst>
              <a:ext uri="{FF2B5EF4-FFF2-40B4-BE49-F238E27FC236}">
                <a16:creationId xmlns:a16="http://schemas.microsoft.com/office/drawing/2014/main" id="{58F9DFB5-1D72-7058-A2C1-B2CB44693531}"/>
              </a:ext>
            </a:extLst>
          </p:cNvPr>
          <p:cNvSpPr txBox="1"/>
          <p:nvPr/>
        </p:nvSpPr>
        <p:spPr>
          <a:xfrm>
            <a:off x="5156616" y="1813810"/>
            <a:ext cx="2068643" cy="1200329"/>
          </a:xfrm>
          <a:prstGeom prst="rect">
            <a:avLst/>
          </a:prstGeom>
          <a:solidFill>
            <a:schemeClr val="accent4">
              <a:lumMod val="20000"/>
              <a:lumOff val="80000"/>
            </a:schemeClr>
          </a:solidFill>
          <a:ln>
            <a:solidFill>
              <a:schemeClr val="accent2"/>
            </a:solidFill>
          </a:ln>
        </p:spPr>
        <p:txBody>
          <a:bodyPr wrap="square" rtlCol="0">
            <a:spAutoFit/>
          </a:bodyPr>
          <a:lstStyle/>
          <a:p>
            <a:r>
              <a:rPr lang="en-US" dirty="0">
                <a:solidFill>
                  <a:schemeClr val="tx2">
                    <a:lumMod val="50000"/>
                    <a:lumOff val="50000"/>
                  </a:schemeClr>
                </a:solidFill>
              </a:rPr>
              <a:t>These graphics can easily be edited just by clicking on them to edit the text.</a:t>
            </a:r>
          </a:p>
        </p:txBody>
      </p:sp>
    </p:spTree>
    <p:extLst>
      <p:ext uri="{BB962C8B-B14F-4D97-AF65-F5344CB8AC3E}">
        <p14:creationId xmlns:p14="http://schemas.microsoft.com/office/powerpoint/2010/main" val="595804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B2729-3A60-B9A3-CC29-01B900462E74}"/>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A620A6F2-9848-F8BE-74BB-F0EB595BAA5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35539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3">
            <a:extLst>
              <a:ext uri="{FF2B5EF4-FFF2-40B4-BE49-F238E27FC236}">
                <a16:creationId xmlns:a16="http://schemas.microsoft.com/office/drawing/2014/main" id="{4AEA0EC3-4420-D04C-99D9-8A6E81C719C6}"/>
              </a:ext>
            </a:extLst>
          </p:cNvPr>
          <p:cNvSpPr>
            <a:spLocks noGrp="1"/>
          </p:cNvSpPr>
          <p:nvPr>
            <p:ph type="title"/>
          </p:nvPr>
        </p:nvSpPr>
        <p:spPr/>
        <p:txBody>
          <a:bodyPr>
            <a:normAutofit/>
          </a:bodyPr>
          <a:lstStyle/>
          <a:p>
            <a:r>
              <a:rPr lang="en-US" dirty="0"/>
              <a:t>Title - Arial Bold 40pt</a:t>
            </a:r>
            <a:endParaRPr lang="en-US" sz="4000" dirty="0"/>
          </a:p>
        </p:txBody>
      </p:sp>
      <p:sp>
        <p:nvSpPr>
          <p:cNvPr id="5" name="Slide Number Placeholder 4">
            <a:extLst>
              <a:ext uri="{FF2B5EF4-FFF2-40B4-BE49-F238E27FC236}">
                <a16:creationId xmlns:a16="http://schemas.microsoft.com/office/drawing/2014/main" id="{9954F5F5-7433-F943-B6BC-448954A478D4}"/>
              </a:ext>
            </a:extLst>
          </p:cNvPr>
          <p:cNvSpPr>
            <a:spLocks noGrp="1"/>
          </p:cNvSpPr>
          <p:nvPr>
            <p:ph type="sldNum" sz="quarter" idx="10"/>
          </p:nvPr>
        </p:nvSpPr>
        <p:spPr/>
        <p:txBody>
          <a:bodyPr/>
          <a:lstStyle/>
          <a:p>
            <a:fld id="{0E109EA1-A30D-9743-9DCC-41793B4C74E6}" type="slidenum">
              <a:rPr lang="en-US" smtClean="0"/>
              <a:pPr/>
              <a:t>10</a:t>
            </a:fld>
            <a:endParaRPr lang="en-US" dirty="0"/>
          </a:p>
        </p:txBody>
      </p:sp>
      <p:sp>
        <p:nvSpPr>
          <p:cNvPr id="7" name="Content Placeholder 2">
            <a:extLst>
              <a:ext uri="{FF2B5EF4-FFF2-40B4-BE49-F238E27FC236}">
                <a16:creationId xmlns:a16="http://schemas.microsoft.com/office/drawing/2014/main" id="{9474B946-97B0-694A-BF2E-AADA98D8FFFC}"/>
              </a:ext>
            </a:extLst>
          </p:cNvPr>
          <p:cNvSpPr txBox="1">
            <a:spLocks/>
          </p:cNvSpPr>
          <p:nvPr/>
        </p:nvSpPr>
        <p:spPr>
          <a:xfrm>
            <a:off x="838200" y="1312056"/>
            <a:ext cx="9969240" cy="4825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9E7E38"/>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9E7E38"/>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9E7E38"/>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9E7E38"/>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9E7E38"/>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70000"/>
              </a:lnSpc>
              <a:buNone/>
            </a:pPr>
            <a:r>
              <a:rPr lang="en-US" sz="2400" b="1" dirty="0"/>
              <a:t>Subhead, Arial Bold 24pt</a:t>
            </a:r>
          </a:p>
        </p:txBody>
      </p:sp>
      <p:sp>
        <p:nvSpPr>
          <p:cNvPr id="8" name="Rectangle 7">
            <a:extLst>
              <a:ext uri="{FF2B5EF4-FFF2-40B4-BE49-F238E27FC236}">
                <a16:creationId xmlns:a16="http://schemas.microsoft.com/office/drawing/2014/main" id="{72CECBE2-43AC-234B-BBB6-C4A41AA10FE9}"/>
              </a:ext>
            </a:extLst>
          </p:cNvPr>
          <p:cNvSpPr/>
          <p:nvPr/>
        </p:nvSpPr>
        <p:spPr>
          <a:xfrm>
            <a:off x="934501" y="2303759"/>
            <a:ext cx="3205237" cy="482578"/>
          </a:xfrm>
          <a:prstGeom prst="rect">
            <a:avLst/>
          </a:prstGeom>
          <a:solidFill>
            <a:srgbClr val="9E7E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9" name="Rectangle 8">
            <a:extLst>
              <a:ext uri="{FF2B5EF4-FFF2-40B4-BE49-F238E27FC236}">
                <a16:creationId xmlns:a16="http://schemas.microsoft.com/office/drawing/2014/main" id="{62E142CE-AE4F-1249-9C31-8F416C630A50}"/>
              </a:ext>
            </a:extLst>
          </p:cNvPr>
          <p:cNvSpPr/>
          <p:nvPr/>
        </p:nvSpPr>
        <p:spPr>
          <a:xfrm>
            <a:off x="934502" y="2786338"/>
            <a:ext cx="3205236" cy="2906892"/>
          </a:xfrm>
          <a:prstGeom prst="rect">
            <a:avLst/>
          </a:prstGeom>
          <a:solidFill>
            <a:srgbClr val="9E7E38">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0" name="Rectangle 9">
            <a:extLst>
              <a:ext uri="{FF2B5EF4-FFF2-40B4-BE49-F238E27FC236}">
                <a16:creationId xmlns:a16="http://schemas.microsoft.com/office/drawing/2014/main" id="{6DB781CF-10A1-C345-A0E2-07E7DEB35978}"/>
              </a:ext>
            </a:extLst>
          </p:cNvPr>
          <p:cNvSpPr/>
          <p:nvPr/>
        </p:nvSpPr>
        <p:spPr>
          <a:xfrm>
            <a:off x="4454074" y="2303759"/>
            <a:ext cx="3195017" cy="482578"/>
          </a:xfrm>
          <a:prstGeom prst="rect">
            <a:avLst/>
          </a:prstGeom>
          <a:solidFill>
            <a:srgbClr val="9E7E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1" name="Rectangle 10">
            <a:extLst>
              <a:ext uri="{FF2B5EF4-FFF2-40B4-BE49-F238E27FC236}">
                <a16:creationId xmlns:a16="http://schemas.microsoft.com/office/drawing/2014/main" id="{39DCD40E-83CE-4B4E-AA79-7CEA8890363F}"/>
              </a:ext>
            </a:extLst>
          </p:cNvPr>
          <p:cNvSpPr/>
          <p:nvPr/>
        </p:nvSpPr>
        <p:spPr>
          <a:xfrm>
            <a:off x="4454075" y="2786338"/>
            <a:ext cx="3195016" cy="2906892"/>
          </a:xfrm>
          <a:prstGeom prst="rect">
            <a:avLst/>
          </a:prstGeom>
          <a:solidFill>
            <a:srgbClr val="9E7E38">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2" name="Rectangle 11">
            <a:extLst>
              <a:ext uri="{FF2B5EF4-FFF2-40B4-BE49-F238E27FC236}">
                <a16:creationId xmlns:a16="http://schemas.microsoft.com/office/drawing/2014/main" id="{51749559-2F66-7541-9A67-A2000117B600}"/>
              </a:ext>
            </a:extLst>
          </p:cNvPr>
          <p:cNvSpPr/>
          <p:nvPr/>
        </p:nvSpPr>
        <p:spPr>
          <a:xfrm>
            <a:off x="7963426" y="2303759"/>
            <a:ext cx="3184830" cy="482578"/>
          </a:xfrm>
          <a:prstGeom prst="rect">
            <a:avLst/>
          </a:prstGeom>
          <a:solidFill>
            <a:srgbClr val="9E7E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3" name="Rectangle 12">
            <a:extLst>
              <a:ext uri="{FF2B5EF4-FFF2-40B4-BE49-F238E27FC236}">
                <a16:creationId xmlns:a16="http://schemas.microsoft.com/office/drawing/2014/main" id="{2E7D0AE3-76E0-BE44-86A0-9CAFCE2441ED}"/>
              </a:ext>
            </a:extLst>
          </p:cNvPr>
          <p:cNvSpPr/>
          <p:nvPr/>
        </p:nvSpPr>
        <p:spPr>
          <a:xfrm>
            <a:off x="7963427" y="2786338"/>
            <a:ext cx="3184829" cy="2906892"/>
          </a:xfrm>
          <a:prstGeom prst="rect">
            <a:avLst/>
          </a:prstGeom>
          <a:solidFill>
            <a:srgbClr val="9E7E38">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4" name="Rectangle 13">
            <a:extLst>
              <a:ext uri="{FF2B5EF4-FFF2-40B4-BE49-F238E27FC236}">
                <a16:creationId xmlns:a16="http://schemas.microsoft.com/office/drawing/2014/main" id="{87ED7D3A-C8E2-6147-A4B9-AF0C00C52311}"/>
              </a:ext>
            </a:extLst>
          </p:cNvPr>
          <p:cNvSpPr/>
          <p:nvPr/>
        </p:nvSpPr>
        <p:spPr>
          <a:xfrm>
            <a:off x="934501" y="2351838"/>
            <a:ext cx="3184764" cy="369332"/>
          </a:xfrm>
          <a:prstGeom prst="rect">
            <a:avLst/>
          </a:prstGeom>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Option #1</a:t>
            </a:r>
            <a:endParaRPr lang="en-US" b="1" dirty="0">
              <a:solidFill>
                <a:schemeClr val="bg1"/>
              </a:solidFill>
              <a:latin typeface="Arial" panose="020B0604020202020204" pitchFamily="34" charset="0"/>
            </a:endParaRPr>
          </a:p>
        </p:txBody>
      </p:sp>
      <p:sp>
        <p:nvSpPr>
          <p:cNvPr id="15" name="Rectangle 14">
            <a:extLst>
              <a:ext uri="{FF2B5EF4-FFF2-40B4-BE49-F238E27FC236}">
                <a16:creationId xmlns:a16="http://schemas.microsoft.com/office/drawing/2014/main" id="{579976EC-8DC8-B841-84A7-0BDE84D50DDF}"/>
              </a:ext>
            </a:extLst>
          </p:cNvPr>
          <p:cNvSpPr/>
          <p:nvPr/>
        </p:nvSpPr>
        <p:spPr>
          <a:xfrm>
            <a:off x="1141707" y="2868225"/>
            <a:ext cx="2732024" cy="830997"/>
          </a:xfrm>
          <a:prstGeom prst="rect">
            <a:avLst/>
          </a:prstGeom>
        </p:spPr>
        <p:txBody>
          <a:bodyPr wrap="square">
            <a:spAutoFit/>
          </a:bodyPr>
          <a:lstStyle/>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Top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endParaRPr lang="en-US" sz="1600" dirty="0">
              <a:solidFill>
                <a:srgbClr val="000000"/>
              </a:solidFill>
              <a:latin typeface="Arial" panose="020B0604020202020204" pitchFamily="34" charset="0"/>
            </a:endParaRPr>
          </a:p>
        </p:txBody>
      </p:sp>
      <p:sp>
        <p:nvSpPr>
          <p:cNvPr id="16" name="Rectangle 15">
            <a:extLst>
              <a:ext uri="{FF2B5EF4-FFF2-40B4-BE49-F238E27FC236}">
                <a16:creationId xmlns:a16="http://schemas.microsoft.com/office/drawing/2014/main" id="{C598D961-0629-CD48-A5AC-AE03AAE5DA18}"/>
              </a:ext>
            </a:extLst>
          </p:cNvPr>
          <p:cNvSpPr/>
          <p:nvPr/>
        </p:nvSpPr>
        <p:spPr>
          <a:xfrm>
            <a:off x="4433091" y="2348159"/>
            <a:ext cx="3184764" cy="369332"/>
          </a:xfrm>
          <a:prstGeom prst="rect">
            <a:avLst/>
          </a:prstGeom>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Option #2</a:t>
            </a:r>
            <a:endParaRPr lang="en-US" b="1" dirty="0">
              <a:solidFill>
                <a:schemeClr val="bg1"/>
              </a:solidFill>
              <a:latin typeface="Arial" panose="020B0604020202020204" pitchFamily="34" charset="0"/>
            </a:endParaRPr>
          </a:p>
        </p:txBody>
      </p:sp>
      <p:sp>
        <p:nvSpPr>
          <p:cNvPr id="17" name="Rectangle 16">
            <a:extLst>
              <a:ext uri="{FF2B5EF4-FFF2-40B4-BE49-F238E27FC236}">
                <a16:creationId xmlns:a16="http://schemas.microsoft.com/office/drawing/2014/main" id="{78CFBDA1-034B-A340-B453-C49BB685AC30}"/>
              </a:ext>
            </a:extLst>
          </p:cNvPr>
          <p:cNvSpPr/>
          <p:nvPr/>
        </p:nvSpPr>
        <p:spPr>
          <a:xfrm>
            <a:off x="4640297" y="2864546"/>
            <a:ext cx="2732024" cy="830997"/>
          </a:xfrm>
          <a:prstGeom prst="rect">
            <a:avLst/>
          </a:prstGeom>
        </p:spPr>
        <p:txBody>
          <a:bodyPr wrap="square">
            <a:spAutoFit/>
          </a:bodyPr>
          <a:lstStyle/>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Top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endParaRPr lang="en-US" sz="1600" dirty="0">
              <a:solidFill>
                <a:srgbClr val="000000"/>
              </a:solidFill>
              <a:latin typeface="Arial" panose="020B0604020202020204" pitchFamily="34" charset="0"/>
            </a:endParaRPr>
          </a:p>
        </p:txBody>
      </p:sp>
      <p:sp>
        <p:nvSpPr>
          <p:cNvPr id="18" name="Rectangle 17">
            <a:extLst>
              <a:ext uri="{FF2B5EF4-FFF2-40B4-BE49-F238E27FC236}">
                <a16:creationId xmlns:a16="http://schemas.microsoft.com/office/drawing/2014/main" id="{6FF8A132-FCD7-CC4B-8B98-58BD954CF952}"/>
              </a:ext>
            </a:extLst>
          </p:cNvPr>
          <p:cNvSpPr/>
          <p:nvPr/>
        </p:nvSpPr>
        <p:spPr>
          <a:xfrm>
            <a:off x="7960456" y="2350934"/>
            <a:ext cx="3184764" cy="369332"/>
          </a:xfrm>
          <a:prstGeom prst="rect">
            <a:avLst/>
          </a:prstGeom>
        </p:spPr>
        <p:txBody>
          <a:bodyPr wrap="square">
            <a:spAutoFit/>
          </a:bodyPr>
          <a:lstStyle/>
          <a:p>
            <a:pPr algn="ctr"/>
            <a:r>
              <a:rPr lang="en-US" b="1" dirty="0">
                <a:solidFill>
                  <a:schemeClr val="bg1"/>
                </a:solidFill>
                <a:latin typeface="Arial" panose="020B0604020202020204" pitchFamily="34" charset="0"/>
                <a:cs typeface="Arial" panose="020B0604020202020204" pitchFamily="34" charset="0"/>
              </a:rPr>
              <a:t>Option #3</a:t>
            </a:r>
            <a:endParaRPr lang="en-US" b="1" dirty="0">
              <a:solidFill>
                <a:schemeClr val="bg1"/>
              </a:solidFill>
              <a:latin typeface="Arial" panose="020B0604020202020204" pitchFamily="34" charset="0"/>
            </a:endParaRPr>
          </a:p>
        </p:txBody>
      </p:sp>
      <p:sp>
        <p:nvSpPr>
          <p:cNvPr id="19" name="Rectangle 18">
            <a:extLst>
              <a:ext uri="{FF2B5EF4-FFF2-40B4-BE49-F238E27FC236}">
                <a16:creationId xmlns:a16="http://schemas.microsoft.com/office/drawing/2014/main" id="{14E846BD-AA5D-4941-A082-D0519A4250DB}"/>
              </a:ext>
            </a:extLst>
          </p:cNvPr>
          <p:cNvSpPr/>
          <p:nvPr/>
        </p:nvSpPr>
        <p:spPr>
          <a:xfrm>
            <a:off x="8167662" y="2867321"/>
            <a:ext cx="2732024" cy="830997"/>
          </a:xfrm>
          <a:prstGeom prst="rect">
            <a:avLst/>
          </a:prstGeom>
        </p:spPr>
        <p:txBody>
          <a:bodyPr wrap="square">
            <a:spAutoFit/>
          </a:bodyPr>
          <a:lstStyle/>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Top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p>
          <a:p>
            <a:pPr marL="285750" indent="-285750">
              <a:buClr>
                <a:srgbClr val="9E7E38"/>
              </a:buClr>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Next Feature</a:t>
            </a:r>
            <a:endParaRPr lang="en-US" sz="1600" dirty="0">
              <a:solidFill>
                <a:srgbClr val="000000"/>
              </a:solidFill>
              <a:latin typeface="Arial" panose="020B0604020202020204" pitchFamily="34" charset="0"/>
            </a:endParaRPr>
          </a:p>
        </p:txBody>
      </p:sp>
    </p:spTree>
    <p:extLst>
      <p:ext uri="{BB962C8B-B14F-4D97-AF65-F5344CB8AC3E}">
        <p14:creationId xmlns:p14="http://schemas.microsoft.com/office/powerpoint/2010/main" val="755458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E43E51C7-7D3F-3144-A32C-C40ED59DBC72}"/>
              </a:ext>
            </a:extLst>
          </p:cNvPr>
          <p:cNvSpPr>
            <a:spLocks noGrp="1"/>
          </p:cNvSpPr>
          <p:nvPr>
            <p:ph type="title"/>
          </p:nvPr>
        </p:nvSpPr>
        <p:spPr/>
        <p:txBody>
          <a:bodyPr>
            <a:normAutofit/>
          </a:bodyPr>
          <a:lstStyle/>
          <a:p>
            <a:r>
              <a:rPr lang="en-US" dirty="0"/>
              <a:t>Title - Arial Bold 40pt</a:t>
            </a:r>
            <a:endParaRPr lang="en-US" sz="4000" dirty="0"/>
          </a:p>
        </p:txBody>
      </p:sp>
      <p:sp>
        <p:nvSpPr>
          <p:cNvPr id="2" name="Content Placeholder 1">
            <a:extLst>
              <a:ext uri="{FF2B5EF4-FFF2-40B4-BE49-F238E27FC236}">
                <a16:creationId xmlns:a16="http://schemas.microsoft.com/office/drawing/2014/main" id="{2D5270A6-BF14-AC96-7B11-6F764626B859}"/>
              </a:ext>
            </a:extLst>
          </p:cNvPr>
          <p:cNvSpPr>
            <a:spLocks noGrp="1"/>
          </p:cNvSpPr>
          <p:nvPr>
            <p:ph idx="1"/>
          </p:nvPr>
        </p:nvSpPr>
        <p:spPr/>
        <p:txBody>
          <a:bodyPr>
            <a:normAutofit/>
          </a:bodyPr>
          <a:lstStyle/>
          <a:p>
            <a:pPr marL="0" indent="0">
              <a:lnSpc>
                <a:spcPct val="70000"/>
              </a:lnSpc>
              <a:buNone/>
            </a:pPr>
            <a:r>
              <a:rPr lang="en-US" sz="2400" b="1" dirty="0"/>
              <a:t>Subhead, Arial Bold 24pt</a:t>
            </a:r>
          </a:p>
          <a:p>
            <a:pPr marL="342900" indent="-342900">
              <a:lnSpc>
                <a:spcPct val="100000"/>
              </a:lnSpc>
              <a:buSzPct val="110000"/>
            </a:pPr>
            <a:r>
              <a:rPr lang="en-US" dirty="0"/>
              <a:t>Use Two Column Content Slide</a:t>
            </a:r>
          </a:p>
          <a:p>
            <a:pPr marL="342900" indent="-342900">
              <a:lnSpc>
                <a:spcPct val="100000"/>
              </a:lnSpc>
              <a:buSzPct val="110000"/>
            </a:pPr>
            <a:r>
              <a:rPr lang="en-US" dirty="0"/>
              <a:t>Text is Arial at 20pt</a:t>
            </a:r>
          </a:p>
          <a:p>
            <a:pPr marL="342900" indent="-342900">
              <a:lnSpc>
                <a:spcPct val="100000"/>
              </a:lnSpc>
              <a:buSzPct val="110000"/>
            </a:pPr>
            <a:r>
              <a:rPr lang="en-US" dirty="0"/>
              <a:t>Character Spacing is Normal</a:t>
            </a:r>
          </a:p>
          <a:p>
            <a:pPr marL="342900" indent="-342900">
              <a:lnSpc>
                <a:spcPct val="100000"/>
              </a:lnSpc>
              <a:buSzPct val="110000"/>
            </a:pPr>
            <a:r>
              <a:rPr lang="en-US" dirty="0"/>
              <a:t>Gold Text Bullet</a:t>
            </a:r>
          </a:p>
          <a:p>
            <a:pPr marL="342900" indent="-342900">
              <a:lnSpc>
                <a:spcPct val="100000"/>
              </a:lnSpc>
              <a:buSzPct val="110000"/>
            </a:pPr>
            <a:r>
              <a:rPr lang="en-US" dirty="0"/>
              <a:t>Line Spacing is 1</a:t>
            </a:r>
          </a:p>
          <a:p>
            <a:pPr marL="342900" indent="-342900">
              <a:lnSpc>
                <a:spcPct val="100000"/>
              </a:lnSpc>
              <a:buSzPct val="110000"/>
            </a:pPr>
            <a:r>
              <a:rPr lang="en-US" dirty="0"/>
              <a:t>How to Treat Sub-Bullet Points</a:t>
            </a:r>
          </a:p>
          <a:p>
            <a:pPr lvl="1">
              <a:lnSpc>
                <a:spcPct val="100000"/>
              </a:lnSpc>
              <a:buSzPct val="110000"/>
            </a:pPr>
            <a:r>
              <a:rPr lang="en-US" sz="1600" dirty="0"/>
              <a:t>Sub-Bullet Indent once, Arial at 16pt </a:t>
            </a:r>
          </a:p>
          <a:p>
            <a:pPr lvl="1">
              <a:lnSpc>
                <a:spcPct val="100000"/>
              </a:lnSpc>
              <a:buSzPct val="110000"/>
            </a:pPr>
            <a:r>
              <a:rPr lang="en-US" sz="1600" dirty="0"/>
              <a:t>Sub-Bullet Indent once, Arial at 16pt </a:t>
            </a:r>
            <a:endParaRPr lang="en-US" dirty="0"/>
          </a:p>
          <a:p>
            <a:endParaRPr lang="en-US" dirty="0"/>
          </a:p>
          <a:p>
            <a:endParaRPr lang="en-US" dirty="0"/>
          </a:p>
          <a:p>
            <a:endParaRPr lang="en-US" dirty="0"/>
          </a:p>
          <a:p>
            <a:endParaRPr lang="en-US" dirty="0"/>
          </a:p>
        </p:txBody>
      </p:sp>
      <p:sp>
        <p:nvSpPr>
          <p:cNvPr id="3" name="Slide Number Placeholder 2">
            <a:extLst>
              <a:ext uri="{FF2B5EF4-FFF2-40B4-BE49-F238E27FC236}">
                <a16:creationId xmlns:a16="http://schemas.microsoft.com/office/drawing/2014/main" id="{2C91BD5B-59AE-AF4B-B045-2BE10E2238A2}"/>
              </a:ext>
            </a:extLst>
          </p:cNvPr>
          <p:cNvSpPr>
            <a:spLocks noGrp="1"/>
          </p:cNvSpPr>
          <p:nvPr>
            <p:ph type="sldNum" sz="quarter" idx="10"/>
          </p:nvPr>
        </p:nvSpPr>
        <p:spPr/>
        <p:txBody>
          <a:bodyPr/>
          <a:lstStyle/>
          <a:p>
            <a:fld id="{0E109EA1-A30D-9743-9DCC-41793B4C74E6}" type="slidenum">
              <a:rPr lang="en-US" smtClean="0"/>
              <a:pPr/>
              <a:t>11</a:t>
            </a:fld>
            <a:endParaRPr lang="en-US" dirty="0"/>
          </a:p>
        </p:txBody>
      </p:sp>
    </p:spTree>
    <p:extLst>
      <p:ext uri="{BB962C8B-B14F-4D97-AF65-F5344CB8AC3E}">
        <p14:creationId xmlns:p14="http://schemas.microsoft.com/office/powerpoint/2010/main" val="555022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0246-1D4B-D2BD-C163-4DC527F44CAA}"/>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5E47336-687A-9DD0-E8F4-D8CC43126E0C}"/>
              </a:ext>
            </a:extLst>
          </p:cNvPr>
          <p:cNvSpPr>
            <a:spLocks noGrp="1"/>
          </p:cNvSpPr>
          <p:nvPr>
            <p:ph type="subTitle" idx="1"/>
          </p:nvPr>
        </p:nvSpPr>
        <p:spPr/>
        <p:txBody>
          <a:bodyPr>
            <a:normAutofit lnSpcReduction="10000"/>
          </a:bodyPr>
          <a:lstStyle/>
          <a:p>
            <a:endParaRPr lang="en-US"/>
          </a:p>
        </p:txBody>
      </p:sp>
    </p:spTree>
    <p:extLst>
      <p:ext uri="{BB962C8B-B14F-4D97-AF65-F5344CB8AC3E}">
        <p14:creationId xmlns:p14="http://schemas.microsoft.com/office/powerpoint/2010/main" val="54236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3DDB4-9B5A-F4B5-AC0D-3E32ECE8A447}"/>
              </a:ext>
            </a:extLst>
          </p:cNvPr>
          <p:cNvSpPr>
            <a:spLocks noGrp="1"/>
          </p:cNvSpPr>
          <p:nvPr>
            <p:ph type="title"/>
          </p:nvPr>
        </p:nvSpPr>
        <p:spPr/>
        <p:txBody>
          <a:bodyPr/>
          <a:lstStyle/>
          <a:p>
            <a:r>
              <a:rPr lang="en-US" dirty="0"/>
              <a:t>Title - Arial Bold 40pt</a:t>
            </a:r>
          </a:p>
        </p:txBody>
      </p:sp>
      <p:sp>
        <p:nvSpPr>
          <p:cNvPr id="3" name="Content Placeholder 2">
            <a:extLst>
              <a:ext uri="{FF2B5EF4-FFF2-40B4-BE49-F238E27FC236}">
                <a16:creationId xmlns:a16="http://schemas.microsoft.com/office/drawing/2014/main" id="{47DD8E64-D77C-3D9A-8212-DD940F91E339}"/>
              </a:ext>
            </a:extLst>
          </p:cNvPr>
          <p:cNvSpPr>
            <a:spLocks noGrp="1"/>
          </p:cNvSpPr>
          <p:nvPr>
            <p:ph idx="1"/>
          </p:nvPr>
        </p:nvSpPr>
        <p:spPr/>
        <p:txBody>
          <a:bodyPr/>
          <a:lstStyle/>
          <a:p>
            <a:r>
              <a:rPr lang="en-US" dirty="0"/>
              <a:t>Body copy text is Arial 20pt left justified. Body copy text is Arial 20pt left justified. Body copy text is Arial 20pt left justified. Body copy text is Arial 20pt left justified. Body copy text is Arial 20pt left justified. Body copy text is Arial 20pt left justified.</a:t>
            </a:r>
          </a:p>
          <a:p>
            <a:endParaRPr lang="en-US" dirty="0"/>
          </a:p>
          <a:p>
            <a:endParaRPr lang="en-US" dirty="0"/>
          </a:p>
        </p:txBody>
      </p:sp>
      <p:sp>
        <p:nvSpPr>
          <p:cNvPr id="4" name="Slide Number Placeholder 3">
            <a:extLst>
              <a:ext uri="{FF2B5EF4-FFF2-40B4-BE49-F238E27FC236}">
                <a16:creationId xmlns:a16="http://schemas.microsoft.com/office/drawing/2014/main" id="{DA193F93-57AA-D3FB-9BC6-13BBBAB27862}"/>
              </a:ext>
            </a:extLst>
          </p:cNvPr>
          <p:cNvSpPr>
            <a:spLocks noGrp="1"/>
          </p:cNvSpPr>
          <p:nvPr>
            <p:ph type="sldNum" sz="quarter" idx="10"/>
          </p:nvPr>
        </p:nvSpPr>
        <p:spPr/>
        <p:txBody>
          <a:bodyPr/>
          <a:lstStyle/>
          <a:p>
            <a:fld id="{0E109EA1-A30D-9743-9DCC-41793B4C74E6}" type="slidenum">
              <a:rPr lang="en-US" smtClean="0"/>
              <a:pPr/>
              <a:t>13</a:t>
            </a:fld>
            <a:endParaRPr lang="en-US" dirty="0"/>
          </a:p>
        </p:txBody>
      </p:sp>
    </p:spTree>
    <p:extLst>
      <p:ext uri="{BB962C8B-B14F-4D97-AF65-F5344CB8AC3E}">
        <p14:creationId xmlns:p14="http://schemas.microsoft.com/office/powerpoint/2010/main" val="1435419229"/>
      </p:ext>
    </p:extLst>
  </p:cSld>
  <p:clrMapOvr>
    <a:masterClrMapping/>
  </p:clrMapOvr>
</p:sld>
</file>

<file path=ppt/theme/theme1.xml><?xml version="1.0" encoding="utf-8"?>
<a:theme xmlns:a="http://schemas.openxmlformats.org/drawingml/2006/main" name="2_Master 1">
  <a:themeElements>
    <a:clrScheme name="Custom 4">
      <a:dk1>
        <a:srgbClr val="9D7E37"/>
      </a:dk1>
      <a:lt1>
        <a:srgbClr val="FFFFFF"/>
      </a:lt1>
      <a:dk2>
        <a:srgbClr val="000000"/>
      </a:dk2>
      <a:lt2>
        <a:srgbClr val="E7E6E6"/>
      </a:lt2>
      <a:accent1>
        <a:srgbClr val="5B9BD5"/>
      </a:accent1>
      <a:accent2>
        <a:srgbClr val="ED7D31"/>
      </a:accent2>
      <a:accent3>
        <a:srgbClr val="A5A5A5"/>
      </a:accent3>
      <a:accent4>
        <a:srgbClr val="FFC000"/>
      </a:accent4>
      <a:accent5>
        <a:srgbClr val="4472C4"/>
      </a:accent5>
      <a:accent6>
        <a:srgbClr val="70AD47"/>
      </a:accent6>
      <a:hlink>
        <a:srgbClr val="008B95"/>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2-0011692 WFUSOM Powerpoint_photo" id="{5ABA395D-2EBA-EF40-97D8-1FE425E7B4E4}" vid="{3353751E-3975-554F-ACBD-1A3CC0BC1B5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F75C8ED8263CB42BD24595BEBFFFC9C" ma:contentTypeVersion="6" ma:contentTypeDescription="Create a new document." ma:contentTypeScope="" ma:versionID="ab606320d87e2a752437834af68d6e5d">
  <xsd:schema xmlns:xsd="http://www.w3.org/2001/XMLSchema" xmlns:xs="http://www.w3.org/2001/XMLSchema" xmlns:p="http://schemas.microsoft.com/office/2006/metadata/properties" xmlns:ns2="cf0dd49f-50f7-49fa-8a72-4fd5f14aa89b" targetNamespace="http://schemas.microsoft.com/office/2006/metadata/properties" ma:root="true" ma:fieldsID="1105c7e8c780020cfdc3ebe073efad1c" ns2:_="">
    <xsd:import namespace="cf0dd49f-50f7-49fa-8a72-4fd5f14aa89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f0dd49f-50f7-49fa-8a72-4fd5f14aa89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07F707D-9C47-478A-A326-CF92B3988614}">
  <ds:schemaRefs>
    <ds:schemaRef ds:uri="http://schemas.microsoft.com/sharepoint/v3/contenttype/forms"/>
  </ds:schemaRefs>
</ds:datastoreItem>
</file>

<file path=customXml/itemProps2.xml><?xml version="1.0" encoding="utf-8"?>
<ds:datastoreItem xmlns:ds="http://schemas.openxmlformats.org/officeDocument/2006/customXml" ds:itemID="{7244E2FF-DB37-444A-B477-0835674D53D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6753DF7-697B-4BAD-8F13-873C4C3BBF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f0dd49f-50f7-49fa-8a72-4fd5f14aa8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986</TotalTime>
  <Words>437</Words>
  <Application>Microsoft Office PowerPoint</Application>
  <PresentationFormat>Widescreen</PresentationFormat>
  <Paragraphs>69</Paragraphs>
  <Slides>13</Slides>
  <Notes>1</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2_Master 1</vt:lpstr>
      <vt:lpstr>PowerPoint Presentation</vt:lpstr>
      <vt:lpstr>Title - Arial Bold 40pt</vt:lpstr>
      <vt:lpstr>PowerPoint Presentation</vt:lpstr>
      <vt:lpstr>Title - Arial Bold 40pt</vt:lpstr>
      <vt:lpstr>Title - Arial Bold 40pt</vt:lpstr>
      <vt:lpstr>PowerPoint Presentation</vt:lpstr>
      <vt:lpstr>Title - Arial Bold 40pt</vt:lpstr>
      <vt:lpstr>Title - Arial Bold 40pt</vt:lpstr>
      <vt:lpstr>PowerPoint Presentation</vt:lpstr>
      <vt:lpstr>Title - Arial Bold 40pt</vt:lpstr>
      <vt:lpstr>Title - Arial Bold 40pt</vt:lpstr>
      <vt:lpstr>PowerPoint Presentation</vt:lpstr>
      <vt:lpstr>Title - Arial Bold 40pt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Alice Faye Sanders</dc:creator>
  <cp:lastModifiedBy>Layashruthi Mohan</cp:lastModifiedBy>
  <cp:revision>63</cp:revision>
  <dcterms:created xsi:type="dcterms:W3CDTF">2022-02-14T23:29:05Z</dcterms:created>
  <dcterms:modified xsi:type="dcterms:W3CDTF">2022-07-11T17:51:47Z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0x0101008F75C8ED8263CB42BD24595BEBFFFC9C</vt:lpwstr>
  </property>
</Properties>
</file>